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91" r:id="rId3"/>
    <p:sldId id="257" r:id="rId4"/>
    <p:sldId id="276" r:id="rId5"/>
    <p:sldId id="352" r:id="rId6"/>
    <p:sldId id="358" r:id="rId7"/>
    <p:sldId id="292" r:id="rId8"/>
    <p:sldId id="359" r:id="rId9"/>
    <p:sldId id="279" r:id="rId10"/>
    <p:sldId id="361" r:id="rId11"/>
    <p:sldId id="277" r:id="rId12"/>
    <p:sldId id="362" r:id="rId13"/>
    <p:sldId id="354" r:id="rId14"/>
    <p:sldId id="367" r:id="rId15"/>
    <p:sldId id="281" r:id="rId16"/>
    <p:sldId id="356" r:id="rId17"/>
    <p:sldId id="355" r:id="rId18"/>
    <p:sldId id="363" r:id="rId19"/>
    <p:sldId id="271" r:id="rId20"/>
    <p:sldId id="357" r:id="rId21"/>
    <p:sldId id="364" r:id="rId22"/>
    <p:sldId id="365" r:id="rId23"/>
    <p:sldId id="366" r:id="rId24"/>
    <p:sldId id="368" r:id="rId25"/>
    <p:sldId id="340" r:id="rId26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700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0F1C4C-06E7-42A7-AAA2-5244724C6A34}" v="7" dt="2025-08-06T15:15:49.2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1D1072-D38D-4FAF-85D8-43CEF44539D4}" type="datetimeFigureOut">
              <a:rPr lang="es-AR" smtClean="0"/>
              <a:t>11/8/2025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4C24-F345-4954-B43E-6EB0674EFFA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17951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158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04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673052-1C4D-4D99-A058-91D579108362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22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B771E-5A7E-42FA-B220-F0114EC2E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272D98-1EEB-4085-B417-EE1CF3928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A1D65A-F6DE-4BE7-826F-F835AFFEE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EA04-7EF5-47B9-96AB-6ED9BB2A991E}" type="datetimeFigureOut">
              <a:rPr lang="es-AR" smtClean="0"/>
              <a:t>11/8/2025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349087-7C08-434D-BC5B-643F1FE77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7F380E-64AF-488A-9C64-E611D3BBE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70B17-2454-4DC9-B392-EF24501793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00371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A97D38-118C-41AC-AC5A-CA21DC912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8B963F-3FCD-4047-91E5-24EF47919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BB8022-AAD6-4BC8-B1AE-F9462203D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EA04-7EF5-47B9-96AB-6ED9BB2A991E}" type="datetimeFigureOut">
              <a:rPr lang="es-AR" smtClean="0"/>
              <a:t>11/8/2025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D27319-D4CD-4C78-8919-EF8DF27A6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D0CC8E-B301-454C-928A-3010D57F2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70B17-2454-4DC9-B392-EF24501793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24117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EBBBB6-0799-466E-8DF4-B994DD596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1EBC79-EDEC-4BAA-B769-DA6170E2D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B5289C-4E74-471C-BC05-AD1A00690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EA04-7EF5-47B9-96AB-6ED9BB2A991E}" type="datetimeFigureOut">
              <a:rPr lang="es-AR" smtClean="0"/>
              <a:t>11/8/2025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F34164-F3C9-412F-9E66-7B4FF58F7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C27BEF-FF9E-4BFF-9A67-DB1816BBB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70B17-2454-4DC9-B392-EF24501793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92146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A3D7BD-645C-443E-A112-2E3ABA653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7C87D7-E8C0-4079-80B3-90447F8E42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F12A178-DB56-41FC-A35A-727554537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0A978A-2E28-4D0C-8D89-B29B238C7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EA04-7EF5-47B9-96AB-6ED9BB2A991E}" type="datetimeFigureOut">
              <a:rPr lang="es-AR" smtClean="0"/>
              <a:t>11/8/2025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645E7C3-21F5-44F8-835D-BAC6F2ACD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AA948C-5356-4C8A-AF17-79E0A5962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70B17-2454-4DC9-B392-EF24501793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84808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909E52-FE03-463A-BE7C-7B5BD411A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5EA37B-7090-41E8-8A0E-387A5FB40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509164B-9A8A-4BCC-AD6F-87295BEBA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C80C9BF-BF91-4037-8FF2-CD51B5A40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FC0D4EB-DF73-4593-B70C-7634CAC80D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407BFBE-89DC-4C7B-9588-037784321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EA04-7EF5-47B9-96AB-6ED9BB2A991E}" type="datetimeFigureOut">
              <a:rPr lang="es-AR" smtClean="0"/>
              <a:t>11/8/2025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AAF8046-0FB2-424E-81FA-C72A10080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E5A1C54-35F4-4064-A64F-0701EB5B9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70B17-2454-4DC9-B392-EF24501793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42861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AC64A-5224-4A7F-8A85-99D3EBA7C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6A91850-2439-4668-AF80-1A07870E6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EA04-7EF5-47B9-96AB-6ED9BB2A991E}" type="datetimeFigureOut">
              <a:rPr lang="es-AR" smtClean="0"/>
              <a:t>11/8/2025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AB222F3-5970-48B2-9787-52ADECF0D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BEA464D-6A84-4E72-882E-099AA42E0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70B17-2454-4DC9-B392-EF24501793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2239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713786C-F268-44F5-BCE9-266FEF188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EA04-7EF5-47B9-96AB-6ED9BB2A991E}" type="datetimeFigureOut">
              <a:rPr lang="es-AR" smtClean="0"/>
              <a:t>11/8/2025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E2B4701-71ED-468A-AB48-4815DB598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4BC2ED-7673-4FD0-A0F2-F94E4D134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70B17-2454-4DC9-B392-EF24501793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64465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1FF138-641F-4A8C-AFC4-8C14B28C4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B8B0BD-2E25-4D2A-BBD7-18F85245F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AE0B691-B7D5-4C51-A9EE-33E21271A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DA8BECA-1DC1-4093-A4C6-65799C69F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EA04-7EF5-47B9-96AB-6ED9BB2A991E}" type="datetimeFigureOut">
              <a:rPr lang="es-AR" smtClean="0"/>
              <a:t>11/8/2025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9662ED-2470-4094-B211-FF53817A3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47E3BC-A49F-4FCC-95C2-41774B826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70B17-2454-4DC9-B392-EF24501793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2438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CC07E-A58F-4B31-A0E3-5EE1380BA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3C4EDEF-8658-4C8E-B626-DA5C4B98F0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45DF34-E668-4A07-8D6E-5AB267FFE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6238C9-A10E-4344-81E3-E9D33E745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EA04-7EF5-47B9-96AB-6ED9BB2A991E}" type="datetimeFigureOut">
              <a:rPr lang="es-AR" smtClean="0"/>
              <a:t>11/8/2025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8C9DC3-752F-4C2A-A4B6-85E7DFAA3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8D7BF1-D064-4103-A39A-E7CE76C4F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70B17-2454-4DC9-B392-EF24501793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74270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8F5075-8845-42F6-8AEC-4E2CEEC5C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CDAE0BA-C582-4A3C-B3C4-D4179C448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EE7F2D-FB42-48E7-915A-52717EB86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EA04-7EF5-47B9-96AB-6ED9BB2A991E}" type="datetimeFigureOut">
              <a:rPr lang="es-AR" smtClean="0"/>
              <a:t>11/8/2025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FE0CC1-EEC1-4EB0-92DB-07F4C3728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A3854C-FAE0-4FB4-8989-55FFA3D9E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70B17-2454-4DC9-B392-EF24501793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20251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0171EDC-45E1-444B-AF96-288EED7CB5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4B6168-18F4-4B8E-B510-72836FA47D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680724-55A0-435F-B303-D9B7560A3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EA04-7EF5-47B9-96AB-6ED9BB2A991E}" type="datetimeFigureOut">
              <a:rPr lang="es-AR" smtClean="0"/>
              <a:t>11/8/2025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168582-40F8-4230-AD9A-C48A31C7A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CF6E15-2D65-4B0F-8B98-8EE2A953C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70B17-2454-4DC9-B392-EF24501793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26364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B83EA95-7A85-4FFB-9A17-B9073241C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DE6CDB-E07D-43C0-A571-D1F139A9C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29B09D-A394-4602-B171-FC59AE331E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7EA04-7EF5-47B9-96AB-6ED9BB2A991E}" type="datetimeFigureOut">
              <a:rPr lang="es-AR" smtClean="0"/>
              <a:t>11/8/2025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3D3809-150A-421E-BD1F-DE8FA54CED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599036-0A16-4CAF-8E6B-1C592FC18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70B17-2454-4DC9-B392-EF24501793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1210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svg"/><Relationship Id="rId11" Type="http://schemas.openxmlformats.org/officeDocument/2006/relationships/image" Target="../media/image1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png"/><Relationship Id="rId5" Type="http://schemas.openxmlformats.org/officeDocument/2006/relationships/image" Target="../media/image37.svg"/><Relationship Id="rId10" Type="http://schemas.openxmlformats.org/officeDocument/2006/relationships/image" Target="../media/image1.png"/><Relationship Id="rId4" Type="http://schemas.openxmlformats.org/officeDocument/2006/relationships/image" Target="../media/image36.png"/><Relationship Id="rId9" Type="http://schemas.openxmlformats.org/officeDocument/2006/relationships/image" Target="../media/image41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svg"/><Relationship Id="rId7" Type="http://schemas.openxmlformats.org/officeDocument/2006/relationships/image" Target="../media/image47.svg"/><Relationship Id="rId12" Type="http://schemas.openxmlformats.org/officeDocument/2006/relationships/image" Target="../media/image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.png"/><Relationship Id="rId11" Type="http://schemas.openxmlformats.org/officeDocument/2006/relationships/image" Target="../media/image51.svg"/><Relationship Id="rId5" Type="http://schemas.openxmlformats.org/officeDocument/2006/relationships/image" Target="../media/image45.sv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5.svg"/><Relationship Id="rId11" Type="http://schemas.openxmlformats.org/officeDocument/2006/relationships/image" Target="../media/image1.png"/><Relationship Id="rId5" Type="http://schemas.openxmlformats.org/officeDocument/2006/relationships/image" Target="../media/image54.png"/><Relationship Id="rId10" Type="http://schemas.openxmlformats.org/officeDocument/2006/relationships/image" Target="../media/image59.svg"/><Relationship Id="rId4" Type="http://schemas.openxmlformats.org/officeDocument/2006/relationships/image" Target="../media/image53.svg"/><Relationship Id="rId9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61.svg"/><Relationship Id="rId7" Type="http://schemas.openxmlformats.org/officeDocument/2006/relationships/image" Target="../media/image65.sv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svg"/><Relationship Id="rId4" Type="http://schemas.openxmlformats.org/officeDocument/2006/relationships/image" Target="../media/image6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67.svg"/><Relationship Id="rId7" Type="http://schemas.openxmlformats.org/officeDocument/2006/relationships/image" Target="../media/image71.sv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0.png"/><Relationship Id="rId5" Type="http://schemas.openxmlformats.org/officeDocument/2006/relationships/image" Target="../media/image69.svg"/><Relationship Id="rId4" Type="http://schemas.openxmlformats.org/officeDocument/2006/relationships/image" Target="../media/image6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831F1A-CC8C-483D-B53C-2BCEB64B8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5225" y="2459501"/>
            <a:ext cx="10081549" cy="1328727"/>
          </a:xfrm>
        </p:spPr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AR" sz="8000" b="1" dirty="0">
                <a:solidFill>
                  <a:srgbClr val="002060"/>
                </a:solidFill>
                <a:latin typeface="Raleway" panose="020B0604020202020204" pitchFamily="2" charset="0"/>
              </a:rPr>
              <a:t>El Modelo</a:t>
            </a:r>
            <a:br>
              <a:rPr lang="es-AR" sz="8000" b="1" dirty="0">
                <a:solidFill>
                  <a:srgbClr val="002060"/>
                </a:solidFill>
                <a:latin typeface="Raleway" panose="020B0604020202020204" pitchFamily="2" charset="0"/>
              </a:rPr>
            </a:br>
            <a:r>
              <a:rPr lang="es-AR" sz="8000" b="1" i="0" u="none" strike="noStrike" dirty="0">
                <a:solidFill>
                  <a:srgbClr val="002060"/>
                </a:solidFill>
                <a:effectLst/>
                <a:latin typeface="Raleway" panose="020B0604020202020204" pitchFamily="2" charset="0"/>
              </a:rPr>
              <a:t>Silver Standard</a:t>
            </a:r>
            <a:endParaRPr lang="es-AR" sz="8000" dirty="0">
              <a:solidFill>
                <a:srgbClr val="002060"/>
              </a:solidFill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32C8AF4-3483-4077-A3E3-936B77142BD5}"/>
              </a:ext>
            </a:extLst>
          </p:cNvPr>
          <p:cNvSpPr txBox="1">
            <a:spLocks/>
          </p:cNvSpPr>
          <p:nvPr/>
        </p:nvSpPr>
        <p:spPr>
          <a:xfrm>
            <a:off x="1203767" y="4400309"/>
            <a:ext cx="9491241" cy="132872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MX" sz="2800" b="1" i="0" u="none" strike="noStrike" dirty="0">
                <a:solidFill>
                  <a:srgbClr val="002060"/>
                </a:solidFill>
                <a:effectLst/>
                <a:latin typeface="Raleway" pitchFamily="2" charset="0"/>
              </a:rPr>
              <a:t>Un modelo estratégico para la Evaluación y Certificación de prácticas comerciales amigables con la edad o Age </a:t>
            </a:r>
            <a:r>
              <a:rPr lang="es-MX" sz="2800" b="1" i="0" u="none" strike="noStrike" dirty="0" err="1">
                <a:solidFill>
                  <a:srgbClr val="002060"/>
                </a:solidFill>
                <a:effectLst/>
                <a:latin typeface="Raleway" pitchFamily="2" charset="0"/>
              </a:rPr>
              <a:t>Friendly</a:t>
            </a:r>
            <a:endParaRPr lang="es-AR" sz="2800" dirty="0">
              <a:solidFill>
                <a:srgbClr val="002060"/>
              </a:solidFill>
            </a:endParaRPr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123449CE-EC73-42C9-B125-094ED7D24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875" y="-504238"/>
            <a:ext cx="1761281" cy="176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895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A836AB-D83C-0BCF-C9F8-C6DF1CB1C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>
            <a:extLst>
              <a:ext uri="{FF2B5EF4-FFF2-40B4-BE49-F238E27FC236}">
                <a16:creationId xmlns:a16="http://schemas.microsoft.com/office/drawing/2014/main" id="{583CE424-C20E-F46C-3CF5-DB41DFDF4FA2}"/>
              </a:ext>
            </a:extLst>
          </p:cNvPr>
          <p:cNvGrpSpPr/>
          <p:nvPr/>
        </p:nvGrpSpPr>
        <p:grpSpPr>
          <a:xfrm>
            <a:off x="7256967" y="1457053"/>
            <a:ext cx="2062689" cy="4258208"/>
            <a:chOff x="476509" y="1679791"/>
            <a:chExt cx="2062689" cy="4258208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71609E1B-B870-3F6D-F51E-73B5C8EFCECB}"/>
                </a:ext>
              </a:extLst>
            </p:cNvPr>
            <p:cNvGrpSpPr/>
            <p:nvPr/>
          </p:nvGrpSpPr>
          <p:grpSpPr>
            <a:xfrm>
              <a:off x="476509" y="1679791"/>
              <a:ext cx="1602046" cy="2600862"/>
              <a:chOff x="1197868" y="1877990"/>
              <a:chExt cx="1733740" cy="2814661"/>
            </a:xfrm>
          </p:grpSpPr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B6E94A9-A377-020B-C759-968D6EA724AC}"/>
                  </a:ext>
                </a:extLst>
              </p:cNvPr>
              <p:cNvSpPr txBox="1"/>
              <p:nvPr/>
            </p:nvSpPr>
            <p:spPr>
              <a:xfrm>
                <a:off x="1197868" y="2132856"/>
                <a:ext cx="1143312" cy="115212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r>
                  <a:rPr lang="en-IN" sz="13800" b="1" dirty="0">
                    <a:solidFill>
                      <a:schemeClr val="accent4"/>
                    </a:solidFill>
                    <a:ea typeface="Segoe UI Black" panose="020B0A02040204020203" pitchFamily="34" charset="0"/>
                  </a:rPr>
                  <a:t>4</a:t>
                </a:r>
                <a:endParaRPr lang="en-US" sz="13800" b="1" dirty="0">
                  <a:solidFill>
                    <a:schemeClr val="accent4"/>
                  </a:solidFill>
                  <a:ea typeface="Segoe UI Black" panose="020B0A02040204020203" pitchFamily="34" charset="0"/>
                </a:endParaRP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C3C2D55-154E-46D6-989F-D63EFE86DD5A}"/>
                  </a:ext>
                </a:extLst>
              </p:cNvPr>
              <p:cNvSpPr/>
              <p:nvPr/>
            </p:nvSpPr>
            <p:spPr>
              <a:xfrm rot="18528917">
                <a:off x="732381" y="2720914"/>
                <a:ext cx="2451186" cy="765337"/>
              </a:xfrm>
              <a:prstGeom prst="ellipse">
                <a:avLst/>
              </a:prstGeom>
              <a:gradFill flip="none" rotWithShape="1">
                <a:gsLst>
                  <a:gs pos="8000">
                    <a:schemeClr val="tx1">
                      <a:alpha val="27000"/>
                    </a:schemeClr>
                  </a:gs>
                  <a:gs pos="99000">
                    <a:schemeClr val="tx1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 useBgFill="1"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07300A92-145D-FB93-E19E-E55411A7552A}"/>
                  </a:ext>
                </a:extLst>
              </p:cNvPr>
              <p:cNvSpPr/>
              <p:nvPr/>
            </p:nvSpPr>
            <p:spPr>
              <a:xfrm rot="2350203">
                <a:off x="1779480" y="1989783"/>
                <a:ext cx="1152128" cy="270286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96897CEB-F6CF-2CAE-E476-992D19487471}"/>
                </a:ext>
              </a:extLst>
            </p:cNvPr>
            <p:cNvSpPr/>
            <p:nvPr/>
          </p:nvSpPr>
          <p:spPr>
            <a:xfrm>
              <a:off x="609586" y="2404175"/>
              <a:ext cx="1929612" cy="3533824"/>
            </a:xfrm>
            <a:custGeom>
              <a:avLst/>
              <a:gdLst>
                <a:gd name="connsiteX0" fmla="*/ 956656 w 1929612"/>
                <a:gd name="connsiteY0" fmla="*/ 0 h 3533824"/>
                <a:gd name="connsiteX1" fmla="*/ 1929612 w 1929612"/>
                <a:gd name="connsiteY1" fmla="*/ 0 h 3533824"/>
                <a:gd name="connsiteX2" fmla="*/ 1929612 w 1929612"/>
                <a:gd name="connsiteY2" fmla="*/ 562708 h 3533824"/>
                <a:gd name="connsiteX3" fmla="*/ 1929612 w 1929612"/>
                <a:gd name="connsiteY3" fmla="*/ 562708 h 3533824"/>
                <a:gd name="connsiteX4" fmla="*/ 1929611 w 1929612"/>
                <a:gd name="connsiteY4" fmla="*/ 3533824 h 3533824"/>
                <a:gd name="connsiteX5" fmla="*/ 0 w 1929612"/>
                <a:gd name="connsiteY5" fmla="*/ 3533824 h 3533824"/>
                <a:gd name="connsiteX6" fmla="*/ 0 w 1929612"/>
                <a:gd name="connsiteY6" fmla="*/ 2971116 h 3533824"/>
                <a:gd name="connsiteX7" fmla="*/ 0 w 1929612"/>
                <a:gd name="connsiteY7" fmla="*/ 1736937 h 3533824"/>
                <a:gd name="connsiteX8" fmla="*/ 0 w 1929612"/>
                <a:gd name="connsiteY8" fmla="*/ 1174229 h 3533824"/>
                <a:gd name="connsiteX0" fmla="*/ 956656 w 1929612"/>
                <a:gd name="connsiteY0" fmla="*/ 0 h 3533824"/>
                <a:gd name="connsiteX1" fmla="*/ 1929612 w 1929612"/>
                <a:gd name="connsiteY1" fmla="*/ 0 h 3533824"/>
                <a:gd name="connsiteX2" fmla="*/ 1929612 w 1929612"/>
                <a:gd name="connsiteY2" fmla="*/ 562708 h 3533824"/>
                <a:gd name="connsiteX3" fmla="*/ 1929612 w 1929612"/>
                <a:gd name="connsiteY3" fmla="*/ 562708 h 3533824"/>
                <a:gd name="connsiteX4" fmla="*/ 1929611 w 1929612"/>
                <a:gd name="connsiteY4" fmla="*/ 3533824 h 3533824"/>
                <a:gd name="connsiteX5" fmla="*/ 0 w 1929612"/>
                <a:gd name="connsiteY5" fmla="*/ 3533824 h 3533824"/>
                <a:gd name="connsiteX6" fmla="*/ 0 w 1929612"/>
                <a:gd name="connsiteY6" fmla="*/ 2971116 h 3533824"/>
                <a:gd name="connsiteX7" fmla="*/ 0 w 1929612"/>
                <a:gd name="connsiteY7" fmla="*/ 1736937 h 3533824"/>
                <a:gd name="connsiteX8" fmla="*/ 0 w 1929612"/>
                <a:gd name="connsiteY8" fmla="*/ 1174229 h 3533824"/>
                <a:gd name="connsiteX9" fmla="*/ 550999 w 1929612"/>
                <a:gd name="connsiteY9" fmla="*/ 479702 h 3533824"/>
                <a:gd name="connsiteX10" fmla="*/ 956656 w 1929612"/>
                <a:gd name="connsiteY10" fmla="*/ 0 h 3533824"/>
                <a:gd name="connsiteX0" fmla="*/ 550999 w 1929612"/>
                <a:gd name="connsiteY0" fmla="*/ 479702 h 3533824"/>
                <a:gd name="connsiteX1" fmla="*/ 956656 w 1929612"/>
                <a:gd name="connsiteY1" fmla="*/ 0 h 3533824"/>
                <a:gd name="connsiteX2" fmla="*/ 1929612 w 1929612"/>
                <a:gd name="connsiteY2" fmla="*/ 0 h 3533824"/>
                <a:gd name="connsiteX3" fmla="*/ 1929612 w 1929612"/>
                <a:gd name="connsiteY3" fmla="*/ 562708 h 3533824"/>
                <a:gd name="connsiteX4" fmla="*/ 1929612 w 1929612"/>
                <a:gd name="connsiteY4" fmla="*/ 562708 h 3533824"/>
                <a:gd name="connsiteX5" fmla="*/ 1929611 w 1929612"/>
                <a:gd name="connsiteY5" fmla="*/ 3533824 h 3533824"/>
                <a:gd name="connsiteX6" fmla="*/ 0 w 1929612"/>
                <a:gd name="connsiteY6" fmla="*/ 3533824 h 3533824"/>
                <a:gd name="connsiteX7" fmla="*/ 0 w 1929612"/>
                <a:gd name="connsiteY7" fmla="*/ 2971116 h 3533824"/>
                <a:gd name="connsiteX8" fmla="*/ 0 w 1929612"/>
                <a:gd name="connsiteY8" fmla="*/ 1736937 h 3533824"/>
                <a:gd name="connsiteX9" fmla="*/ 0 w 1929612"/>
                <a:gd name="connsiteY9" fmla="*/ 1174229 h 3533824"/>
                <a:gd name="connsiteX10" fmla="*/ 642439 w 1929612"/>
                <a:gd name="connsiteY10" fmla="*/ 571142 h 3533824"/>
                <a:gd name="connsiteX0" fmla="*/ 550999 w 1929612"/>
                <a:gd name="connsiteY0" fmla="*/ 479702 h 3533824"/>
                <a:gd name="connsiteX1" fmla="*/ 956656 w 1929612"/>
                <a:gd name="connsiteY1" fmla="*/ 0 h 3533824"/>
                <a:gd name="connsiteX2" fmla="*/ 1929612 w 1929612"/>
                <a:gd name="connsiteY2" fmla="*/ 0 h 3533824"/>
                <a:gd name="connsiteX3" fmla="*/ 1929612 w 1929612"/>
                <a:gd name="connsiteY3" fmla="*/ 562708 h 3533824"/>
                <a:gd name="connsiteX4" fmla="*/ 1929612 w 1929612"/>
                <a:gd name="connsiteY4" fmla="*/ 562708 h 3533824"/>
                <a:gd name="connsiteX5" fmla="*/ 1929611 w 1929612"/>
                <a:gd name="connsiteY5" fmla="*/ 3533824 h 3533824"/>
                <a:gd name="connsiteX6" fmla="*/ 0 w 1929612"/>
                <a:gd name="connsiteY6" fmla="*/ 3533824 h 3533824"/>
                <a:gd name="connsiteX7" fmla="*/ 0 w 1929612"/>
                <a:gd name="connsiteY7" fmla="*/ 2971116 h 3533824"/>
                <a:gd name="connsiteX8" fmla="*/ 0 w 1929612"/>
                <a:gd name="connsiteY8" fmla="*/ 1736937 h 3533824"/>
                <a:gd name="connsiteX9" fmla="*/ 0 w 1929612"/>
                <a:gd name="connsiteY9" fmla="*/ 1174229 h 3533824"/>
                <a:gd name="connsiteX0" fmla="*/ 956656 w 1929612"/>
                <a:gd name="connsiteY0" fmla="*/ 0 h 3533824"/>
                <a:gd name="connsiteX1" fmla="*/ 1929612 w 1929612"/>
                <a:gd name="connsiteY1" fmla="*/ 0 h 3533824"/>
                <a:gd name="connsiteX2" fmla="*/ 1929612 w 1929612"/>
                <a:gd name="connsiteY2" fmla="*/ 562708 h 3533824"/>
                <a:gd name="connsiteX3" fmla="*/ 1929612 w 1929612"/>
                <a:gd name="connsiteY3" fmla="*/ 562708 h 3533824"/>
                <a:gd name="connsiteX4" fmla="*/ 1929611 w 1929612"/>
                <a:gd name="connsiteY4" fmla="*/ 3533824 h 3533824"/>
                <a:gd name="connsiteX5" fmla="*/ 0 w 1929612"/>
                <a:gd name="connsiteY5" fmla="*/ 3533824 h 3533824"/>
                <a:gd name="connsiteX6" fmla="*/ 0 w 1929612"/>
                <a:gd name="connsiteY6" fmla="*/ 2971116 h 3533824"/>
                <a:gd name="connsiteX7" fmla="*/ 0 w 1929612"/>
                <a:gd name="connsiteY7" fmla="*/ 1736937 h 3533824"/>
                <a:gd name="connsiteX8" fmla="*/ 0 w 1929612"/>
                <a:gd name="connsiteY8" fmla="*/ 1174229 h 3533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29612" h="3533824">
                  <a:moveTo>
                    <a:pt x="956656" y="0"/>
                  </a:moveTo>
                  <a:lnTo>
                    <a:pt x="1929612" y="0"/>
                  </a:lnTo>
                  <a:lnTo>
                    <a:pt x="1929612" y="562708"/>
                  </a:lnTo>
                  <a:lnTo>
                    <a:pt x="1929612" y="562708"/>
                  </a:lnTo>
                  <a:cubicBezTo>
                    <a:pt x="1929612" y="1553080"/>
                    <a:pt x="1929611" y="2543452"/>
                    <a:pt x="1929611" y="3533824"/>
                  </a:cubicBezTo>
                  <a:lnTo>
                    <a:pt x="0" y="3533824"/>
                  </a:lnTo>
                  <a:lnTo>
                    <a:pt x="0" y="2971116"/>
                  </a:lnTo>
                  <a:lnTo>
                    <a:pt x="0" y="1736937"/>
                  </a:lnTo>
                  <a:lnTo>
                    <a:pt x="0" y="1174229"/>
                  </a:ln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FDADEE7-F5C2-51CB-BF6A-F77972C44D88}"/>
              </a:ext>
            </a:extLst>
          </p:cNvPr>
          <p:cNvGrpSpPr/>
          <p:nvPr/>
        </p:nvGrpSpPr>
        <p:grpSpPr>
          <a:xfrm>
            <a:off x="4997344" y="1457053"/>
            <a:ext cx="2062689" cy="4258208"/>
            <a:chOff x="476509" y="1679791"/>
            <a:chExt cx="2062689" cy="4258208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67A5F82C-0B70-403C-9901-F6C7BF9D6B45}"/>
                </a:ext>
              </a:extLst>
            </p:cNvPr>
            <p:cNvGrpSpPr/>
            <p:nvPr/>
          </p:nvGrpSpPr>
          <p:grpSpPr>
            <a:xfrm>
              <a:off x="476509" y="1679791"/>
              <a:ext cx="1529172" cy="2774048"/>
              <a:chOff x="1197868" y="1877990"/>
              <a:chExt cx="1654875" cy="3002084"/>
            </a:xfrm>
          </p:grpSpPr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A1B0706-4EAD-5148-F564-7BE8D3A8ACD4}"/>
                  </a:ext>
                </a:extLst>
              </p:cNvPr>
              <p:cNvSpPr txBox="1"/>
              <p:nvPr/>
            </p:nvSpPr>
            <p:spPr>
              <a:xfrm>
                <a:off x="1197868" y="2132856"/>
                <a:ext cx="1143312" cy="115212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r>
                  <a:rPr lang="en-IN" sz="13800" b="1" dirty="0">
                    <a:solidFill>
                      <a:schemeClr val="accent3"/>
                    </a:solidFill>
                    <a:ea typeface="Segoe UI Black" panose="020B0A02040204020203" pitchFamily="34" charset="0"/>
                  </a:rPr>
                  <a:t>3</a:t>
                </a:r>
                <a:endParaRPr lang="en-US" sz="13800" b="1" dirty="0">
                  <a:solidFill>
                    <a:schemeClr val="accent3"/>
                  </a:solidFill>
                  <a:ea typeface="Segoe UI Black" panose="020B0A02040204020203" pitchFamily="34" charset="0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FBFA4A78-5D5D-B079-30F8-9EDD5350BE51}"/>
                  </a:ext>
                </a:extLst>
              </p:cNvPr>
              <p:cNvSpPr/>
              <p:nvPr/>
            </p:nvSpPr>
            <p:spPr>
              <a:xfrm rot="18528917">
                <a:off x="732381" y="2720914"/>
                <a:ext cx="2451186" cy="765337"/>
              </a:xfrm>
              <a:prstGeom prst="ellipse">
                <a:avLst/>
              </a:prstGeom>
              <a:gradFill flip="none" rotWithShape="1">
                <a:gsLst>
                  <a:gs pos="8000">
                    <a:schemeClr val="tx1">
                      <a:alpha val="27000"/>
                    </a:schemeClr>
                  </a:gs>
                  <a:gs pos="99000">
                    <a:schemeClr val="tx1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 useBgFill="1"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6412D2ED-5CB6-9002-9C2B-79C709F90249}"/>
                  </a:ext>
                </a:extLst>
              </p:cNvPr>
              <p:cNvSpPr/>
              <p:nvPr/>
            </p:nvSpPr>
            <p:spPr>
              <a:xfrm rot="2350203">
                <a:off x="1700615" y="1995959"/>
                <a:ext cx="1152128" cy="288411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9C23572-F1B5-8F9D-D542-78A2B9E79AC9}"/>
                </a:ext>
              </a:extLst>
            </p:cNvPr>
            <p:cNvSpPr/>
            <p:nvPr/>
          </p:nvSpPr>
          <p:spPr>
            <a:xfrm>
              <a:off x="609586" y="2404175"/>
              <a:ext cx="1929612" cy="3533824"/>
            </a:xfrm>
            <a:custGeom>
              <a:avLst/>
              <a:gdLst>
                <a:gd name="connsiteX0" fmla="*/ 956656 w 1929612"/>
                <a:gd name="connsiteY0" fmla="*/ 0 h 3533824"/>
                <a:gd name="connsiteX1" fmla="*/ 1929612 w 1929612"/>
                <a:gd name="connsiteY1" fmla="*/ 0 h 3533824"/>
                <a:gd name="connsiteX2" fmla="*/ 1929612 w 1929612"/>
                <a:gd name="connsiteY2" fmla="*/ 562708 h 3533824"/>
                <a:gd name="connsiteX3" fmla="*/ 1929612 w 1929612"/>
                <a:gd name="connsiteY3" fmla="*/ 562708 h 3533824"/>
                <a:gd name="connsiteX4" fmla="*/ 1929611 w 1929612"/>
                <a:gd name="connsiteY4" fmla="*/ 3533824 h 3533824"/>
                <a:gd name="connsiteX5" fmla="*/ 0 w 1929612"/>
                <a:gd name="connsiteY5" fmla="*/ 3533824 h 3533824"/>
                <a:gd name="connsiteX6" fmla="*/ 0 w 1929612"/>
                <a:gd name="connsiteY6" fmla="*/ 2971116 h 3533824"/>
                <a:gd name="connsiteX7" fmla="*/ 0 w 1929612"/>
                <a:gd name="connsiteY7" fmla="*/ 1736937 h 3533824"/>
                <a:gd name="connsiteX8" fmla="*/ 0 w 1929612"/>
                <a:gd name="connsiteY8" fmla="*/ 1174229 h 3533824"/>
                <a:gd name="connsiteX0" fmla="*/ 956656 w 1929612"/>
                <a:gd name="connsiteY0" fmla="*/ 0 h 3533824"/>
                <a:gd name="connsiteX1" fmla="*/ 1929612 w 1929612"/>
                <a:gd name="connsiteY1" fmla="*/ 0 h 3533824"/>
                <a:gd name="connsiteX2" fmla="*/ 1929612 w 1929612"/>
                <a:gd name="connsiteY2" fmla="*/ 562708 h 3533824"/>
                <a:gd name="connsiteX3" fmla="*/ 1929612 w 1929612"/>
                <a:gd name="connsiteY3" fmla="*/ 562708 h 3533824"/>
                <a:gd name="connsiteX4" fmla="*/ 1929611 w 1929612"/>
                <a:gd name="connsiteY4" fmla="*/ 3533824 h 3533824"/>
                <a:gd name="connsiteX5" fmla="*/ 0 w 1929612"/>
                <a:gd name="connsiteY5" fmla="*/ 3533824 h 3533824"/>
                <a:gd name="connsiteX6" fmla="*/ 0 w 1929612"/>
                <a:gd name="connsiteY6" fmla="*/ 2971116 h 3533824"/>
                <a:gd name="connsiteX7" fmla="*/ 0 w 1929612"/>
                <a:gd name="connsiteY7" fmla="*/ 1736937 h 3533824"/>
                <a:gd name="connsiteX8" fmla="*/ 0 w 1929612"/>
                <a:gd name="connsiteY8" fmla="*/ 1174229 h 3533824"/>
                <a:gd name="connsiteX9" fmla="*/ 550999 w 1929612"/>
                <a:gd name="connsiteY9" fmla="*/ 479702 h 3533824"/>
                <a:gd name="connsiteX10" fmla="*/ 956656 w 1929612"/>
                <a:gd name="connsiteY10" fmla="*/ 0 h 3533824"/>
                <a:gd name="connsiteX0" fmla="*/ 550999 w 1929612"/>
                <a:gd name="connsiteY0" fmla="*/ 479702 h 3533824"/>
                <a:gd name="connsiteX1" fmla="*/ 956656 w 1929612"/>
                <a:gd name="connsiteY1" fmla="*/ 0 h 3533824"/>
                <a:gd name="connsiteX2" fmla="*/ 1929612 w 1929612"/>
                <a:gd name="connsiteY2" fmla="*/ 0 h 3533824"/>
                <a:gd name="connsiteX3" fmla="*/ 1929612 w 1929612"/>
                <a:gd name="connsiteY3" fmla="*/ 562708 h 3533824"/>
                <a:gd name="connsiteX4" fmla="*/ 1929612 w 1929612"/>
                <a:gd name="connsiteY4" fmla="*/ 562708 h 3533824"/>
                <a:gd name="connsiteX5" fmla="*/ 1929611 w 1929612"/>
                <a:gd name="connsiteY5" fmla="*/ 3533824 h 3533824"/>
                <a:gd name="connsiteX6" fmla="*/ 0 w 1929612"/>
                <a:gd name="connsiteY6" fmla="*/ 3533824 h 3533824"/>
                <a:gd name="connsiteX7" fmla="*/ 0 w 1929612"/>
                <a:gd name="connsiteY7" fmla="*/ 2971116 h 3533824"/>
                <a:gd name="connsiteX8" fmla="*/ 0 w 1929612"/>
                <a:gd name="connsiteY8" fmla="*/ 1736937 h 3533824"/>
                <a:gd name="connsiteX9" fmla="*/ 0 w 1929612"/>
                <a:gd name="connsiteY9" fmla="*/ 1174229 h 3533824"/>
                <a:gd name="connsiteX10" fmla="*/ 642439 w 1929612"/>
                <a:gd name="connsiteY10" fmla="*/ 571142 h 3533824"/>
                <a:gd name="connsiteX0" fmla="*/ 550999 w 1929612"/>
                <a:gd name="connsiteY0" fmla="*/ 479702 h 3533824"/>
                <a:gd name="connsiteX1" fmla="*/ 956656 w 1929612"/>
                <a:gd name="connsiteY1" fmla="*/ 0 h 3533824"/>
                <a:gd name="connsiteX2" fmla="*/ 1929612 w 1929612"/>
                <a:gd name="connsiteY2" fmla="*/ 0 h 3533824"/>
                <a:gd name="connsiteX3" fmla="*/ 1929612 w 1929612"/>
                <a:gd name="connsiteY3" fmla="*/ 562708 h 3533824"/>
                <a:gd name="connsiteX4" fmla="*/ 1929612 w 1929612"/>
                <a:gd name="connsiteY4" fmla="*/ 562708 h 3533824"/>
                <a:gd name="connsiteX5" fmla="*/ 1929611 w 1929612"/>
                <a:gd name="connsiteY5" fmla="*/ 3533824 h 3533824"/>
                <a:gd name="connsiteX6" fmla="*/ 0 w 1929612"/>
                <a:gd name="connsiteY6" fmla="*/ 3533824 h 3533824"/>
                <a:gd name="connsiteX7" fmla="*/ 0 w 1929612"/>
                <a:gd name="connsiteY7" fmla="*/ 2971116 h 3533824"/>
                <a:gd name="connsiteX8" fmla="*/ 0 w 1929612"/>
                <a:gd name="connsiteY8" fmla="*/ 1736937 h 3533824"/>
                <a:gd name="connsiteX9" fmla="*/ 0 w 1929612"/>
                <a:gd name="connsiteY9" fmla="*/ 1174229 h 3533824"/>
                <a:gd name="connsiteX0" fmla="*/ 956656 w 1929612"/>
                <a:gd name="connsiteY0" fmla="*/ 0 h 3533824"/>
                <a:gd name="connsiteX1" fmla="*/ 1929612 w 1929612"/>
                <a:gd name="connsiteY1" fmla="*/ 0 h 3533824"/>
                <a:gd name="connsiteX2" fmla="*/ 1929612 w 1929612"/>
                <a:gd name="connsiteY2" fmla="*/ 562708 h 3533824"/>
                <a:gd name="connsiteX3" fmla="*/ 1929612 w 1929612"/>
                <a:gd name="connsiteY3" fmla="*/ 562708 h 3533824"/>
                <a:gd name="connsiteX4" fmla="*/ 1929611 w 1929612"/>
                <a:gd name="connsiteY4" fmla="*/ 3533824 h 3533824"/>
                <a:gd name="connsiteX5" fmla="*/ 0 w 1929612"/>
                <a:gd name="connsiteY5" fmla="*/ 3533824 h 3533824"/>
                <a:gd name="connsiteX6" fmla="*/ 0 w 1929612"/>
                <a:gd name="connsiteY6" fmla="*/ 2971116 h 3533824"/>
                <a:gd name="connsiteX7" fmla="*/ 0 w 1929612"/>
                <a:gd name="connsiteY7" fmla="*/ 1736937 h 3533824"/>
                <a:gd name="connsiteX8" fmla="*/ 0 w 1929612"/>
                <a:gd name="connsiteY8" fmla="*/ 1174229 h 3533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29612" h="3533824">
                  <a:moveTo>
                    <a:pt x="956656" y="0"/>
                  </a:moveTo>
                  <a:lnTo>
                    <a:pt x="1929612" y="0"/>
                  </a:lnTo>
                  <a:lnTo>
                    <a:pt x="1929612" y="562708"/>
                  </a:lnTo>
                  <a:lnTo>
                    <a:pt x="1929612" y="562708"/>
                  </a:lnTo>
                  <a:cubicBezTo>
                    <a:pt x="1929612" y="1553080"/>
                    <a:pt x="1929611" y="2543452"/>
                    <a:pt x="1929611" y="3533824"/>
                  </a:cubicBezTo>
                  <a:lnTo>
                    <a:pt x="0" y="3533824"/>
                  </a:lnTo>
                  <a:lnTo>
                    <a:pt x="0" y="2971116"/>
                  </a:lnTo>
                  <a:lnTo>
                    <a:pt x="0" y="1736937"/>
                  </a:lnTo>
                  <a:lnTo>
                    <a:pt x="0" y="1174229"/>
                  </a:ln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B097846-614F-0FAD-2B07-71F22B276C2C}"/>
              </a:ext>
            </a:extLst>
          </p:cNvPr>
          <p:cNvGrpSpPr/>
          <p:nvPr/>
        </p:nvGrpSpPr>
        <p:grpSpPr>
          <a:xfrm>
            <a:off x="2737721" y="1457053"/>
            <a:ext cx="2062689" cy="4258209"/>
            <a:chOff x="476509" y="1679790"/>
            <a:chExt cx="2062689" cy="4258209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B9F9A77-78CA-A319-8667-A436ECBCCA26}"/>
                </a:ext>
              </a:extLst>
            </p:cNvPr>
            <p:cNvGrpSpPr/>
            <p:nvPr/>
          </p:nvGrpSpPr>
          <p:grpSpPr>
            <a:xfrm>
              <a:off x="476509" y="1679790"/>
              <a:ext cx="1521031" cy="2796438"/>
              <a:chOff x="1197868" y="1877990"/>
              <a:chExt cx="1646065" cy="3026315"/>
            </a:xfrm>
          </p:grpSpPr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2A90BCC-A8E7-1475-9A74-A58F25804B44}"/>
                  </a:ext>
                </a:extLst>
              </p:cNvPr>
              <p:cNvSpPr txBox="1"/>
              <p:nvPr/>
            </p:nvSpPr>
            <p:spPr>
              <a:xfrm>
                <a:off x="1197868" y="2132856"/>
                <a:ext cx="1143312" cy="115212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r>
                  <a:rPr lang="en-IN" sz="13800" b="1" dirty="0">
                    <a:solidFill>
                      <a:schemeClr val="accent2"/>
                    </a:solidFill>
                    <a:ea typeface="Segoe UI Black" panose="020B0A02040204020203" pitchFamily="34" charset="0"/>
                  </a:rPr>
                  <a:t>2</a:t>
                </a:r>
                <a:endParaRPr lang="en-US" sz="13800" b="1" dirty="0">
                  <a:solidFill>
                    <a:schemeClr val="accent2"/>
                  </a:solidFill>
                  <a:ea typeface="Segoe UI Black" panose="020B0A02040204020203" pitchFamily="34" charset="0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2C662041-A72B-6C34-A23F-D2A35FD8FEDC}"/>
                  </a:ext>
                </a:extLst>
              </p:cNvPr>
              <p:cNvSpPr/>
              <p:nvPr/>
            </p:nvSpPr>
            <p:spPr>
              <a:xfrm rot="18528917">
                <a:off x="732381" y="2720914"/>
                <a:ext cx="2451186" cy="765337"/>
              </a:xfrm>
              <a:prstGeom prst="ellipse">
                <a:avLst/>
              </a:prstGeom>
              <a:gradFill flip="none" rotWithShape="1">
                <a:gsLst>
                  <a:gs pos="8000">
                    <a:schemeClr val="tx1">
                      <a:alpha val="27000"/>
                    </a:schemeClr>
                  </a:gs>
                  <a:gs pos="99000">
                    <a:schemeClr val="tx1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 useBgFill="1"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FB1673E-A61E-BCE5-A9AF-C36280594DA5}"/>
                  </a:ext>
                </a:extLst>
              </p:cNvPr>
              <p:cNvSpPr/>
              <p:nvPr/>
            </p:nvSpPr>
            <p:spPr>
              <a:xfrm rot="2350203">
                <a:off x="1691805" y="1993356"/>
                <a:ext cx="1152128" cy="291094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D06036E-6142-6C9D-5296-47735CF7D9A5}"/>
                </a:ext>
              </a:extLst>
            </p:cNvPr>
            <p:cNvSpPr/>
            <p:nvPr/>
          </p:nvSpPr>
          <p:spPr>
            <a:xfrm>
              <a:off x="609586" y="2404175"/>
              <a:ext cx="1929612" cy="3533824"/>
            </a:xfrm>
            <a:custGeom>
              <a:avLst/>
              <a:gdLst>
                <a:gd name="connsiteX0" fmla="*/ 956656 w 1929612"/>
                <a:gd name="connsiteY0" fmla="*/ 0 h 3533824"/>
                <a:gd name="connsiteX1" fmla="*/ 1929612 w 1929612"/>
                <a:gd name="connsiteY1" fmla="*/ 0 h 3533824"/>
                <a:gd name="connsiteX2" fmla="*/ 1929612 w 1929612"/>
                <a:gd name="connsiteY2" fmla="*/ 562708 h 3533824"/>
                <a:gd name="connsiteX3" fmla="*/ 1929612 w 1929612"/>
                <a:gd name="connsiteY3" fmla="*/ 562708 h 3533824"/>
                <a:gd name="connsiteX4" fmla="*/ 1929611 w 1929612"/>
                <a:gd name="connsiteY4" fmla="*/ 3533824 h 3533824"/>
                <a:gd name="connsiteX5" fmla="*/ 0 w 1929612"/>
                <a:gd name="connsiteY5" fmla="*/ 3533824 h 3533824"/>
                <a:gd name="connsiteX6" fmla="*/ 0 w 1929612"/>
                <a:gd name="connsiteY6" fmla="*/ 2971116 h 3533824"/>
                <a:gd name="connsiteX7" fmla="*/ 0 w 1929612"/>
                <a:gd name="connsiteY7" fmla="*/ 1736937 h 3533824"/>
                <a:gd name="connsiteX8" fmla="*/ 0 w 1929612"/>
                <a:gd name="connsiteY8" fmla="*/ 1174229 h 3533824"/>
                <a:gd name="connsiteX0" fmla="*/ 956656 w 1929612"/>
                <a:gd name="connsiteY0" fmla="*/ 0 h 3533824"/>
                <a:gd name="connsiteX1" fmla="*/ 1929612 w 1929612"/>
                <a:gd name="connsiteY1" fmla="*/ 0 h 3533824"/>
                <a:gd name="connsiteX2" fmla="*/ 1929612 w 1929612"/>
                <a:gd name="connsiteY2" fmla="*/ 562708 h 3533824"/>
                <a:gd name="connsiteX3" fmla="*/ 1929612 w 1929612"/>
                <a:gd name="connsiteY3" fmla="*/ 562708 h 3533824"/>
                <a:gd name="connsiteX4" fmla="*/ 1929611 w 1929612"/>
                <a:gd name="connsiteY4" fmla="*/ 3533824 h 3533824"/>
                <a:gd name="connsiteX5" fmla="*/ 0 w 1929612"/>
                <a:gd name="connsiteY5" fmla="*/ 3533824 h 3533824"/>
                <a:gd name="connsiteX6" fmla="*/ 0 w 1929612"/>
                <a:gd name="connsiteY6" fmla="*/ 2971116 h 3533824"/>
                <a:gd name="connsiteX7" fmla="*/ 0 w 1929612"/>
                <a:gd name="connsiteY7" fmla="*/ 1736937 h 3533824"/>
                <a:gd name="connsiteX8" fmla="*/ 0 w 1929612"/>
                <a:gd name="connsiteY8" fmla="*/ 1174229 h 3533824"/>
                <a:gd name="connsiteX9" fmla="*/ 550999 w 1929612"/>
                <a:gd name="connsiteY9" fmla="*/ 479702 h 3533824"/>
                <a:gd name="connsiteX10" fmla="*/ 956656 w 1929612"/>
                <a:gd name="connsiteY10" fmla="*/ 0 h 3533824"/>
                <a:gd name="connsiteX0" fmla="*/ 550999 w 1929612"/>
                <a:gd name="connsiteY0" fmla="*/ 479702 h 3533824"/>
                <a:gd name="connsiteX1" fmla="*/ 956656 w 1929612"/>
                <a:gd name="connsiteY1" fmla="*/ 0 h 3533824"/>
                <a:gd name="connsiteX2" fmla="*/ 1929612 w 1929612"/>
                <a:gd name="connsiteY2" fmla="*/ 0 h 3533824"/>
                <a:gd name="connsiteX3" fmla="*/ 1929612 w 1929612"/>
                <a:gd name="connsiteY3" fmla="*/ 562708 h 3533824"/>
                <a:gd name="connsiteX4" fmla="*/ 1929612 w 1929612"/>
                <a:gd name="connsiteY4" fmla="*/ 562708 h 3533824"/>
                <a:gd name="connsiteX5" fmla="*/ 1929611 w 1929612"/>
                <a:gd name="connsiteY5" fmla="*/ 3533824 h 3533824"/>
                <a:gd name="connsiteX6" fmla="*/ 0 w 1929612"/>
                <a:gd name="connsiteY6" fmla="*/ 3533824 h 3533824"/>
                <a:gd name="connsiteX7" fmla="*/ 0 w 1929612"/>
                <a:gd name="connsiteY7" fmla="*/ 2971116 h 3533824"/>
                <a:gd name="connsiteX8" fmla="*/ 0 w 1929612"/>
                <a:gd name="connsiteY8" fmla="*/ 1736937 h 3533824"/>
                <a:gd name="connsiteX9" fmla="*/ 0 w 1929612"/>
                <a:gd name="connsiteY9" fmla="*/ 1174229 h 3533824"/>
                <a:gd name="connsiteX10" fmla="*/ 642439 w 1929612"/>
                <a:gd name="connsiteY10" fmla="*/ 571142 h 3533824"/>
                <a:gd name="connsiteX0" fmla="*/ 550999 w 1929612"/>
                <a:gd name="connsiteY0" fmla="*/ 479702 h 3533824"/>
                <a:gd name="connsiteX1" fmla="*/ 956656 w 1929612"/>
                <a:gd name="connsiteY1" fmla="*/ 0 h 3533824"/>
                <a:gd name="connsiteX2" fmla="*/ 1929612 w 1929612"/>
                <a:gd name="connsiteY2" fmla="*/ 0 h 3533824"/>
                <a:gd name="connsiteX3" fmla="*/ 1929612 w 1929612"/>
                <a:gd name="connsiteY3" fmla="*/ 562708 h 3533824"/>
                <a:gd name="connsiteX4" fmla="*/ 1929612 w 1929612"/>
                <a:gd name="connsiteY4" fmla="*/ 562708 h 3533824"/>
                <a:gd name="connsiteX5" fmla="*/ 1929611 w 1929612"/>
                <a:gd name="connsiteY5" fmla="*/ 3533824 h 3533824"/>
                <a:gd name="connsiteX6" fmla="*/ 0 w 1929612"/>
                <a:gd name="connsiteY6" fmla="*/ 3533824 h 3533824"/>
                <a:gd name="connsiteX7" fmla="*/ 0 w 1929612"/>
                <a:gd name="connsiteY7" fmla="*/ 2971116 h 3533824"/>
                <a:gd name="connsiteX8" fmla="*/ 0 w 1929612"/>
                <a:gd name="connsiteY8" fmla="*/ 1736937 h 3533824"/>
                <a:gd name="connsiteX9" fmla="*/ 0 w 1929612"/>
                <a:gd name="connsiteY9" fmla="*/ 1174229 h 3533824"/>
                <a:gd name="connsiteX0" fmla="*/ 956656 w 1929612"/>
                <a:gd name="connsiteY0" fmla="*/ 0 h 3533824"/>
                <a:gd name="connsiteX1" fmla="*/ 1929612 w 1929612"/>
                <a:gd name="connsiteY1" fmla="*/ 0 h 3533824"/>
                <a:gd name="connsiteX2" fmla="*/ 1929612 w 1929612"/>
                <a:gd name="connsiteY2" fmla="*/ 562708 h 3533824"/>
                <a:gd name="connsiteX3" fmla="*/ 1929612 w 1929612"/>
                <a:gd name="connsiteY3" fmla="*/ 562708 h 3533824"/>
                <a:gd name="connsiteX4" fmla="*/ 1929611 w 1929612"/>
                <a:gd name="connsiteY4" fmla="*/ 3533824 h 3533824"/>
                <a:gd name="connsiteX5" fmla="*/ 0 w 1929612"/>
                <a:gd name="connsiteY5" fmla="*/ 3533824 h 3533824"/>
                <a:gd name="connsiteX6" fmla="*/ 0 w 1929612"/>
                <a:gd name="connsiteY6" fmla="*/ 2971116 h 3533824"/>
                <a:gd name="connsiteX7" fmla="*/ 0 w 1929612"/>
                <a:gd name="connsiteY7" fmla="*/ 1736937 h 3533824"/>
                <a:gd name="connsiteX8" fmla="*/ 0 w 1929612"/>
                <a:gd name="connsiteY8" fmla="*/ 1174229 h 3533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29612" h="3533824">
                  <a:moveTo>
                    <a:pt x="956656" y="0"/>
                  </a:moveTo>
                  <a:lnTo>
                    <a:pt x="1929612" y="0"/>
                  </a:lnTo>
                  <a:lnTo>
                    <a:pt x="1929612" y="562708"/>
                  </a:lnTo>
                  <a:lnTo>
                    <a:pt x="1929612" y="562708"/>
                  </a:lnTo>
                  <a:cubicBezTo>
                    <a:pt x="1929612" y="1553080"/>
                    <a:pt x="1929611" y="2543452"/>
                    <a:pt x="1929611" y="3533824"/>
                  </a:cubicBezTo>
                  <a:lnTo>
                    <a:pt x="0" y="3533824"/>
                  </a:lnTo>
                  <a:lnTo>
                    <a:pt x="0" y="2971116"/>
                  </a:lnTo>
                  <a:lnTo>
                    <a:pt x="0" y="1736937"/>
                  </a:lnTo>
                  <a:lnTo>
                    <a:pt x="0" y="1174229"/>
                  </a:ln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686B3AA-DC9D-CA54-4D74-053DD89C2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3038" y="662046"/>
            <a:ext cx="6146982" cy="711081"/>
          </a:xfrm>
        </p:spPr>
        <p:txBody>
          <a:bodyPr>
            <a:normAutofit fontScale="90000"/>
          </a:bodyPr>
          <a:lstStyle/>
          <a:p>
            <a:r>
              <a:rPr lang="en-US" sz="3000" b="1" dirty="0" err="1">
                <a:solidFill>
                  <a:srgbClr val="002060"/>
                </a:solidFill>
                <a:latin typeface="Raleway" pitchFamily="2" charset="0"/>
              </a:rPr>
              <a:t>D</a:t>
            </a:r>
            <a:r>
              <a:rPr lang="en-US" sz="3000" b="1" i="0" dirty="0" err="1">
                <a:solidFill>
                  <a:srgbClr val="002060"/>
                </a:solidFill>
                <a:effectLst/>
                <a:latin typeface="Raleway" pitchFamily="2" charset="0"/>
              </a:rPr>
              <a:t>imensiones</a:t>
            </a:r>
            <a:r>
              <a:rPr lang="en-US" sz="3000" b="1" i="0" dirty="0">
                <a:solidFill>
                  <a:srgbClr val="002060"/>
                </a:solidFill>
                <a:effectLst/>
                <a:latin typeface="Raleway" pitchFamily="2" charset="0"/>
              </a:rPr>
              <a:t> de </a:t>
            </a:r>
            <a:r>
              <a:rPr lang="en-US" sz="3000" b="1" i="0" dirty="0" err="1">
                <a:solidFill>
                  <a:srgbClr val="002060"/>
                </a:solidFill>
                <a:effectLst/>
                <a:latin typeface="Raleway" pitchFamily="2" charset="0"/>
              </a:rPr>
              <a:t>estudio</a:t>
            </a:r>
            <a:r>
              <a:rPr lang="en-US" sz="3000" b="1" i="0" dirty="0">
                <a:solidFill>
                  <a:srgbClr val="002060"/>
                </a:solidFill>
                <a:effectLst/>
                <a:latin typeface="Raleway" pitchFamily="2" charset="0"/>
              </a:rPr>
              <a:t> del </a:t>
            </a:r>
            <a:r>
              <a:rPr lang="en-US" sz="3000" b="1" i="0" dirty="0" err="1">
                <a:solidFill>
                  <a:srgbClr val="002060"/>
                </a:solidFill>
                <a:effectLst/>
                <a:latin typeface="Raleway" pitchFamily="2" charset="0"/>
              </a:rPr>
              <a:t>Modelo</a:t>
            </a:r>
            <a:endParaRPr lang="en-US" sz="3000" b="1" dirty="0">
              <a:solidFill>
                <a:srgbClr val="002060"/>
              </a:solidFill>
              <a:latin typeface="Raleway" pitchFamily="2" charset="0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DABA60D-EC1D-3D13-A5CA-96D072F82FE6}"/>
              </a:ext>
            </a:extLst>
          </p:cNvPr>
          <p:cNvGrpSpPr/>
          <p:nvPr/>
        </p:nvGrpSpPr>
        <p:grpSpPr>
          <a:xfrm>
            <a:off x="478098" y="1457053"/>
            <a:ext cx="2062689" cy="4258209"/>
            <a:chOff x="476509" y="1679790"/>
            <a:chExt cx="2062689" cy="425820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01F7691-CF01-6A37-7B7D-B66B9987F139}"/>
                </a:ext>
              </a:extLst>
            </p:cNvPr>
            <p:cNvGrpSpPr/>
            <p:nvPr/>
          </p:nvGrpSpPr>
          <p:grpSpPr>
            <a:xfrm>
              <a:off x="476509" y="1679790"/>
              <a:ext cx="1535644" cy="2788846"/>
              <a:chOff x="1197868" y="1877990"/>
              <a:chExt cx="1661879" cy="3018098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08B51A2-B03A-EACD-91C0-1F4B6EB3DCB1}"/>
                  </a:ext>
                </a:extLst>
              </p:cNvPr>
              <p:cNvSpPr txBox="1"/>
              <p:nvPr/>
            </p:nvSpPr>
            <p:spPr>
              <a:xfrm>
                <a:off x="1197868" y="2132856"/>
                <a:ext cx="1143312" cy="115212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r>
                  <a:rPr lang="en-IN" sz="13800" b="1" dirty="0">
                    <a:solidFill>
                      <a:schemeClr val="accent1"/>
                    </a:solidFill>
                    <a:ea typeface="Segoe UI Black" panose="020B0A02040204020203" pitchFamily="34" charset="0"/>
                  </a:rPr>
                  <a:t>1</a:t>
                </a:r>
                <a:endParaRPr lang="en-US" sz="13800" b="1" dirty="0">
                  <a:solidFill>
                    <a:schemeClr val="accent1"/>
                  </a:solidFill>
                  <a:ea typeface="Segoe UI Black" panose="020B0A02040204020203" pitchFamily="34" charset="0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BC346D1-7869-85CB-B270-041D9590191E}"/>
                  </a:ext>
                </a:extLst>
              </p:cNvPr>
              <p:cNvSpPr/>
              <p:nvPr/>
            </p:nvSpPr>
            <p:spPr>
              <a:xfrm rot="18528917">
                <a:off x="732381" y="2720914"/>
                <a:ext cx="2451186" cy="765337"/>
              </a:xfrm>
              <a:prstGeom prst="ellipse">
                <a:avLst/>
              </a:prstGeom>
              <a:gradFill flip="none" rotWithShape="1">
                <a:gsLst>
                  <a:gs pos="8000">
                    <a:schemeClr val="tx1">
                      <a:alpha val="27000"/>
                    </a:schemeClr>
                  </a:gs>
                  <a:gs pos="99000">
                    <a:schemeClr val="tx1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 useBgFill="1"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58D5A93-120D-6006-EF56-A5C89812A883}"/>
                  </a:ext>
                </a:extLst>
              </p:cNvPr>
              <p:cNvSpPr/>
              <p:nvPr/>
            </p:nvSpPr>
            <p:spPr>
              <a:xfrm rot="2350203">
                <a:off x="1707619" y="1962751"/>
                <a:ext cx="1152128" cy="293333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07AE64A-E4BB-8301-3CA6-EF4850D521B9}"/>
                </a:ext>
              </a:extLst>
            </p:cNvPr>
            <p:cNvSpPr/>
            <p:nvPr/>
          </p:nvSpPr>
          <p:spPr>
            <a:xfrm>
              <a:off x="609586" y="2404175"/>
              <a:ext cx="1929612" cy="3533824"/>
            </a:xfrm>
            <a:custGeom>
              <a:avLst/>
              <a:gdLst>
                <a:gd name="connsiteX0" fmla="*/ 956656 w 1929612"/>
                <a:gd name="connsiteY0" fmla="*/ 0 h 3533824"/>
                <a:gd name="connsiteX1" fmla="*/ 1929612 w 1929612"/>
                <a:gd name="connsiteY1" fmla="*/ 0 h 3533824"/>
                <a:gd name="connsiteX2" fmla="*/ 1929612 w 1929612"/>
                <a:gd name="connsiteY2" fmla="*/ 562708 h 3533824"/>
                <a:gd name="connsiteX3" fmla="*/ 1929612 w 1929612"/>
                <a:gd name="connsiteY3" fmla="*/ 562708 h 3533824"/>
                <a:gd name="connsiteX4" fmla="*/ 1929611 w 1929612"/>
                <a:gd name="connsiteY4" fmla="*/ 3533824 h 3533824"/>
                <a:gd name="connsiteX5" fmla="*/ 0 w 1929612"/>
                <a:gd name="connsiteY5" fmla="*/ 3533824 h 3533824"/>
                <a:gd name="connsiteX6" fmla="*/ 0 w 1929612"/>
                <a:gd name="connsiteY6" fmla="*/ 2971116 h 3533824"/>
                <a:gd name="connsiteX7" fmla="*/ 0 w 1929612"/>
                <a:gd name="connsiteY7" fmla="*/ 1736937 h 3533824"/>
                <a:gd name="connsiteX8" fmla="*/ 0 w 1929612"/>
                <a:gd name="connsiteY8" fmla="*/ 1174229 h 3533824"/>
                <a:gd name="connsiteX0" fmla="*/ 956656 w 1929612"/>
                <a:gd name="connsiteY0" fmla="*/ 0 h 3533824"/>
                <a:gd name="connsiteX1" fmla="*/ 1929612 w 1929612"/>
                <a:gd name="connsiteY1" fmla="*/ 0 h 3533824"/>
                <a:gd name="connsiteX2" fmla="*/ 1929612 w 1929612"/>
                <a:gd name="connsiteY2" fmla="*/ 562708 h 3533824"/>
                <a:gd name="connsiteX3" fmla="*/ 1929612 w 1929612"/>
                <a:gd name="connsiteY3" fmla="*/ 562708 h 3533824"/>
                <a:gd name="connsiteX4" fmla="*/ 1929611 w 1929612"/>
                <a:gd name="connsiteY4" fmla="*/ 3533824 h 3533824"/>
                <a:gd name="connsiteX5" fmla="*/ 0 w 1929612"/>
                <a:gd name="connsiteY5" fmla="*/ 3533824 h 3533824"/>
                <a:gd name="connsiteX6" fmla="*/ 0 w 1929612"/>
                <a:gd name="connsiteY6" fmla="*/ 2971116 h 3533824"/>
                <a:gd name="connsiteX7" fmla="*/ 0 w 1929612"/>
                <a:gd name="connsiteY7" fmla="*/ 1736937 h 3533824"/>
                <a:gd name="connsiteX8" fmla="*/ 0 w 1929612"/>
                <a:gd name="connsiteY8" fmla="*/ 1174229 h 3533824"/>
                <a:gd name="connsiteX9" fmla="*/ 550999 w 1929612"/>
                <a:gd name="connsiteY9" fmla="*/ 479702 h 3533824"/>
                <a:gd name="connsiteX10" fmla="*/ 956656 w 1929612"/>
                <a:gd name="connsiteY10" fmla="*/ 0 h 3533824"/>
                <a:gd name="connsiteX0" fmla="*/ 550999 w 1929612"/>
                <a:gd name="connsiteY0" fmla="*/ 479702 h 3533824"/>
                <a:gd name="connsiteX1" fmla="*/ 956656 w 1929612"/>
                <a:gd name="connsiteY1" fmla="*/ 0 h 3533824"/>
                <a:gd name="connsiteX2" fmla="*/ 1929612 w 1929612"/>
                <a:gd name="connsiteY2" fmla="*/ 0 h 3533824"/>
                <a:gd name="connsiteX3" fmla="*/ 1929612 w 1929612"/>
                <a:gd name="connsiteY3" fmla="*/ 562708 h 3533824"/>
                <a:gd name="connsiteX4" fmla="*/ 1929612 w 1929612"/>
                <a:gd name="connsiteY4" fmla="*/ 562708 h 3533824"/>
                <a:gd name="connsiteX5" fmla="*/ 1929611 w 1929612"/>
                <a:gd name="connsiteY5" fmla="*/ 3533824 h 3533824"/>
                <a:gd name="connsiteX6" fmla="*/ 0 w 1929612"/>
                <a:gd name="connsiteY6" fmla="*/ 3533824 h 3533824"/>
                <a:gd name="connsiteX7" fmla="*/ 0 w 1929612"/>
                <a:gd name="connsiteY7" fmla="*/ 2971116 h 3533824"/>
                <a:gd name="connsiteX8" fmla="*/ 0 w 1929612"/>
                <a:gd name="connsiteY8" fmla="*/ 1736937 h 3533824"/>
                <a:gd name="connsiteX9" fmla="*/ 0 w 1929612"/>
                <a:gd name="connsiteY9" fmla="*/ 1174229 h 3533824"/>
                <a:gd name="connsiteX10" fmla="*/ 642439 w 1929612"/>
                <a:gd name="connsiteY10" fmla="*/ 571142 h 3533824"/>
                <a:gd name="connsiteX0" fmla="*/ 550999 w 1929612"/>
                <a:gd name="connsiteY0" fmla="*/ 479702 h 3533824"/>
                <a:gd name="connsiteX1" fmla="*/ 956656 w 1929612"/>
                <a:gd name="connsiteY1" fmla="*/ 0 h 3533824"/>
                <a:gd name="connsiteX2" fmla="*/ 1929612 w 1929612"/>
                <a:gd name="connsiteY2" fmla="*/ 0 h 3533824"/>
                <a:gd name="connsiteX3" fmla="*/ 1929612 w 1929612"/>
                <a:gd name="connsiteY3" fmla="*/ 562708 h 3533824"/>
                <a:gd name="connsiteX4" fmla="*/ 1929612 w 1929612"/>
                <a:gd name="connsiteY4" fmla="*/ 562708 h 3533824"/>
                <a:gd name="connsiteX5" fmla="*/ 1929611 w 1929612"/>
                <a:gd name="connsiteY5" fmla="*/ 3533824 h 3533824"/>
                <a:gd name="connsiteX6" fmla="*/ 0 w 1929612"/>
                <a:gd name="connsiteY6" fmla="*/ 3533824 h 3533824"/>
                <a:gd name="connsiteX7" fmla="*/ 0 w 1929612"/>
                <a:gd name="connsiteY7" fmla="*/ 2971116 h 3533824"/>
                <a:gd name="connsiteX8" fmla="*/ 0 w 1929612"/>
                <a:gd name="connsiteY8" fmla="*/ 1736937 h 3533824"/>
                <a:gd name="connsiteX9" fmla="*/ 0 w 1929612"/>
                <a:gd name="connsiteY9" fmla="*/ 1174229 h 3533824"/>
                <a:gd name="connsiteX0" fmla="*/ 956656 w 1929612"/>
                <a:gd name="connsiteY0" fmla="*/ 0 h 3533824"/>
                <a:gd name="connsiteX1" fmla="*/ 1929612 w 1929612"/>
                <a:gd name="connsiteY1" fmla="*/ 0 h 3533824"/>
                <a:gd name="connsiteX2" fmla="*/ 1929612 w 1929612"/>
                <a:gd name="connsiteY2" fmla="*/ 562708 h 3533824"/>
                <a:gd name="connsiteX3" fmla="*/ 1929612 w 1929612"/>
                <a:gd name="connsiteY3" fmla="*/ 562708 h 3533824"/>
                <a:gd name="connsiteX4" fmla="*/ 1929611 w 1929612"/>
                <a:gd name="connsiteY4" fmla="*/ 3533824 h 3533824"/>
                <a:gd name="connsiteX5" fmla="*/ 0 w 1929612"/>
                <a:gd name="connsiteY5" fmla="*/ 3533824 h 3533824"/>
                <a:gd name="connsiteX6" fmla="*/ 0 w 1929612"/>
                <a:gd name="connsiteY6" fmla="*/ 2971116 h 3533824"/>
                <a:gd name="connsiteX7" fmla="*/ 0 w 1929612"/>
                <a:gd name="connsiteY7" fmla="*/ 1736937 h 3533824"/>
                <a:gd name="connsiteX8" fmla="*/ 0 w 1929612"/>
                <a:gd name="connsiteY8" fmla="*/ 1174229 h 3533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29612" h="3533824">
                  <a:moveTo>
                    <a:pt x="956656" y="0"/>
                  </a:moveTo>
                  <a:lnTo>
                    <a:pt x="1929612" y="0"/>
                  </a:lnTo>
                  <a:lnTo>
                    <a:pt x="1929612" y="562708"/>
                  </a:lnTo>
                  <a:lnTo>
                    <a:pt x="1929612" y="562708"/>
                  </a:lnTo>
                  <a:cubicBezTo>
                    <a:pt x="1929612" y="1553080"/>
                    <a:pt x="1929611" y="2543452"/>
                    <a:pt x="1929611" y="3533824"/>
                  </a:cubicBezTo>
                  <a:lnTo>
                    <a:pt x="0" y="3533824"/>
                  </a:lnTo>
                  <a:lnTo>
                    <a:pt x="0" y="2971116"/>
                  </a:lnTo>
                  <a:lnTo>
                    <a:pt x="0" y="1736937"/>
                  </a:lnTo>
                  <a:lnTo>
                    <a:pt x="0" y="1174229"/>
                  </a:ln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56D8A3D-1FF5-195A-14CB-C60F1263E3C6}"/>
              </a:ext>
            </a:extLst>
          </p:cNvPr>
          <p:cNvGrpSpPr/>
          <p:nvPr/>
        </p:nvGrpSpPr>
        <p:grpSpPr>
          <a:xfrm>
            <a:off x="9516590" y="1457053"/>
            <a:ext cx="2062689" cy="4258208"/>
            <a:chOff x="476509" y="1679791"/>
            <a:chExt cx="2062689" cy="4258208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7136A436-7EF4-8AEC-431F-0E79050B0B31}"/>
                </a:ext>
              </a:extLst>
            </p:cNvPr>
            <p:cNvGrpSpPr/>
            <p:nvPr/>
          </p:nvGrpSpPr>
          <p:grpSpPr>
            <a:xfrm>
              <a:off x="476509" y="1679791"/>
              <a:ext cx="1602046" cy="2600862"/>
              <a:chOff x="1197868" y="1877990"/>
              <a:chExt cx="1733740" cy="2814661"/>
            </a:xfrm>
          </p:grpSpPr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AD5E9D3-34F0-A876-63DC-1EE482C93E83}"/>
                  </a:ext>
                </a:extLst>
              </p:cNvPr>
              <p:cNvSpPr txBox="1"/>
              <p:nvPr/>
            </p:nvSpPr>
            <p:spPr>
              <a:xfrm>
                <a:off x="1197868" y="2132856"/>
                <a:ext cx="1143312" cy="115212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r>
                  <a:rPr lang="en-IN" sz="13800" b="1" dirty="0">
                    <a:solidFill>
                      <a:schemeClr val="accent5"/>
                    </a:solidFill>
                    <a:ea typeface="Segoe UI Black" panose="020B0A02040204020203" pitchFamily="34" charset="0"/>
                  </a:rPr>
                  <a:t>5</a:t>
                </a:r>
                <a:endParaRPr lang="en-US" sz="13800" b="1" dirty="0">
                  <a:solidFill>
                    <a:schemeClr val="accent5"/>
                  </a:solidFill>
                  <a:ea typeface="Segoe UI Black" panose="020B0A02040204020203" pitchFamily="34" charset="0"/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F2F0DD87-C1FE-4BC8-C4C8-BB9CC84F444D}"/>
                  </a:ext>
                </a:extLst>
              </p:cNvPr>
              <p:cNvSpPr/>
              <p:nvPr/>
            </p:nvSpPr>
            <p:spPr>
              <a:xfrm rot="18528917">
                <a:off x="732381" y="2720914"/>
                <a:ext cx="2451186" cy="765337"/>
              </a:xfrm>
              <a:prstGeom prst="ellipse">
                <a:avLst/>
              </a:prstGeom>
              <a:gradFill flip="none" rotWithShape="1">
                <a:gsLst>
                  <a:gs pos="8000">
                    <a:schemeClr val="tx1">
                      <a:alpha val="27000"/>
                    </a:schemeClr>
                  </a:gs>
                  <a:gs pos="99000">
                    <a:schemeClr val="tx1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 useBgFill="1"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371AA2FF-ADFA-471A-AF90-648D29749AA5}"/>
                  </a:ext>
                </a:extLst>
              </p:cNvPr>
              <p:cNvSpPr/>
              <p:nvPr/>
            </p:nvSpPr>
            <p:spPr>
              <a:xfrm rot="2350203">
                <a:off x="1779480" y="1989783"/>
                <a:ext cx="1152128" cy="270286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F463C1A6-9C3F-6099-950B-B8D58B1AAAC4}"/>
                </a:ext>
              </a:extLst>
            </p:cNvPr>
            <p:cNvSpPr/>
            <p:nvPr/>
          </p:nvSpPr>
          <p:spPr>
            <a:xfrm>
              <a:off x="609586" y="2404175"/>
              <a:ext cx="1929612" cy="3533824"/>
            </a:xfrm>
            <a:custGeom>
              <a:avLst/>
              <a:gdLst>
                <a:gd name="connsiteX0" fmla="*/ 956656 w 1929612"/>
                <a:gd name="connsiteY0" fmla="*/ 0 h 3533824"/>
                <a:gd name="connsiteX1" fmla="*/ 1929612 w 1929612"/>
                <a:gd name="connsiteY1" fmla="*/ 0 h 3533824"/>
                <a:gd name="connsiteX2" fmla="*/ 1929612 w 1929612"/>
                <a:gd name="connsiteY2" fmla="*/ 562708 h 3533824"/>
                <a:gd name="connsiteX3" fmla="*/ 1929612 w 1929612"/>
                <a:gd name="connsiteY3" fmla="*/ 562708 h 3533824"/>
                <a:gd name="connsiteX4" fmla="*/ 1929611 w 1929612"/>
                <a:gd name="connsiteY4" fmla="*/ 3533824 h 3533824"/>
                <a:gd name="connsiteX5" fmla="*/ 0 w 1929612"/>
                <a:gd name="connsiteY5" fmla="*/ 3533824 h 3533824"/>
                <a:gd name="connsiteX6" fmla="*/ 0 w 1929612"/>
                <a:gd name="connsiteY6" fmla="*/ 2971116 h 3533824"/>
                <a:gd name="connsiteX7" fmla="*/ 0 w 1929612"/>
                <a:gd name="connsiteY7" fmla="*/ 1736937 h 3533824"/>
                <a:gd name="connsiteX8" fmla="*/ 0 w 1929612"/>
                <a:gd name="connsiteY8" fmla="*/ 1174229 h 3533824"/>
                <a:gd name="connsiteX0" fmla="*/ 956656 w 1929612"/>
                <a:gd name="connsiteY0" fmla="*/ 0 h 3533824"/>
                <a:gd name="connsiteX1" fmla="*/ 1929612 w 1929612"/>
                <a:gd name="connsiteY1" fmla="*/ 0 h 3533824"/>
                <a:gd name="connsiteX2" fmla="*/ 1929612 w 1929612"/>
                <a:gd name="connsiteY2" fmla="*/ 562708 h 3533824"/>
                <a:gd name="connsiteX3" fmla="*/ 1929612 w 1929612"/>
                <a:gd name="connsiteY3" fmla="*/ 562708 h 3533824"/>
                <a:gd name="connsiteX4" fmla="*/ 1929611 w 1929612"/>
                <a:gd name="connsiteY4" fmla="*/ 3533824 h 3533824"/>
                <a:gd name="connsiteX5" fmla="*/ 0 w 1929612"/>
                <a:gd name="connsiteY5" fmla="*/ 3533824 h 3533824"/>
                <a:gd name="connsiteX6" fmla="*/ 0 w 1929612"/>
                <a:gd name="connsiteY6" fmla="*/ 2971116 h 3533824"/>
                <a:gd name="connsiteX7" fmla="*/ 0 w 1929612"/>
                <a:gd name="connsiteY7" fmla="*/ 1736937 h 3533824"/>
                <a:gd name="connsiteX8" fmla="*/ 0 w 1929612"/>
                <a:gd name="connsiteY8" fmla="*/ 1174229 h 3533824"/>
                <a:gd name="connsiteX9" fmla="*/ 550999 w 1929612"/>
                <a:gd name="connsiteY9" fmla="*/ 479702 h 3533824"/>
                <a:gd name="connsiteX10" fmla="*/ 956656 w 1929612"/>
                <a:gd name="connsiteY10" fmla="*/ 0 h 3533824"/>
                <a:gd name="connsiteX0" fmla="*/ 550999 w 1929612"/>
                <a:gd name="connsiteY0" fmla="*/ 479702 h 3533824"/>
                <a:gd name="connsiteX1" fmla="*/ 956656 w 1929612"/>
                <a:gd name="connsiteY1" fmla="*/ 0 h 3533824"/>
                <a:gd name="connsiteX2" fmla="*/ 1929612 w 1929612"/>
                <a:gd name="connsiteY2" fmla="*/ 0 h 3533824"/>
                <a:gd name="connsiteX3" fmla="*/ 1929612 w 1929612"/>
                <a:gd name="connsiteY3" fmla="*/ 562708 h 3533824"/>
                <a:gd name="connsiteX4" fmla="*/ 1929612 w 1929612"/>
                <a:gd name="connsiteY4" fmla="*/ 562708 h 3533824"/>
                <a:gd name="connsiteX5" fmla="*/ 1929611 w 1929612"/>
                <a:gd name="connsiteY5" fmla="*/ 3533824 h 3533824"/>
                <a:gd name="connsiteX6" fmla="*/ 0 w 1929612"/>
                <a:gd name="connsiteY6" fmla="*/ 3533824 h 3533824"/>
                <a:gd name="connsiteX7" fmla="*/ 0 w 1929612"/>
                <a:gd name="connsiteY7" fmla="*/ 2971116 h 3533824"/>
                <a:gd name="connsiteX8" fmla="*/ 0 w 1929612"/>
                <a:gd name="connsiteY8" fmla="*/ 1736937 h 3533824"/>
                <a:gd name="connsiteX9" fmla="*/ 0 w 1929612"/>
                <a:gd name="connsiteY9" fmla="*/ 1174229 h 3533824"/>
                <a:gd name="connsiteX10" fmla="*/ 642439 w 1929612"/>
                <a:gd name="connsiteY10" fmla="*/ 571142 h 3533824"/>
                <a:gd name="connsiteX0" fmla="*/ 550999 w 1929612"/>
                <a:gd name="connsiteY0" fmla="*/ 479702 h 3533824"/>
                <a:gd name="connsiteX1" fmla="*/ 956656 w 1929612"/>
                <a:gd name="connsiteY1" fmla="*/ 0 h 3533824"/>
                <a:gd name="connsiteX2" fmla="*/ 1929612 w 1929612"/>
                <a:gd name="connsiteY2" fmla="*/ 0 h 3533824"/>
                <a:gd name="connsiteX3" fmla="*/ 1929612 w 1929612"/>
                <a:gd name="connsiteY3" fmla="*/ 562708 h 3533824"/>
                <a:gd name="connsiteX4" fmla="*/ 1929612 w 1929612"/>
                <a:gd name="connsiteY4" fmla="*/ 562708 h 3533824"/>
                <a:gd name="connsiteX5" fmla="*/ 1929611 w 1929612"/>
                <a:gd name="connsiteY5" fmla="*/ 3533824 h 3533824"/>
                <a:gd name="connsiteX6" fmla="*/ 0 w 1929612"/>
                <a:gd name="connsiteY6" fmla="*/ 3533824 h 3533824"/>
                <a:gd name="connsiteX7" fmla="*/ 0 w 1929612"/>
                <a:gd name="connsiteY7" fmla="*/ 2971116 h 3533824"/>
                <a:gd name="connsiteX8" fmla="*/ 0 w 1929612"/>
                <a:gd name="connsiteY8" fmla="*/ 1736937 h 3533824"/>
                <a:gd name="connsiteX9" fmla="*/ 0 w 1929612"/>
                <a:gd name="connsiteY9" fmla="*/ 1174229 h 3533824"/>
                <a:gd name="connsiteX0" fmla="*/ 956656 w 1929612"/>
                <a:gd name="connsiteY0" fmla="*/ 0 h 3533824"/>
                <a:gd name="connsiteX1" fmla="*/ 1929612 w 1929612"/>
                <a:gd name="connsiteY1" fmla="*/ 0 h 3533824"/>
                <a:gd name="connsiteX2" fmla="*/ 1929612 w 1929612"/>
                <a:gd name="connsiteY2" fmla="*/ 562708 h 3533824"/>
                <a:gd name="connsiteX3" fmla="*/ 1929612 w 1929612"/>
                <a:gd name="connsiteY3" fmla="*/ 562708 h 3533824"/>
                <a:gd name="connsiteX4" fmla="*/ 1929611 w 1929612"/>
                <a:gd name="connsiteY4" fmla="*/ 3533824 h 3533824"/>
                <a:gd name="connsiteX5" fmla="*/ 0 w 1929612"/>
                <a:gd name="connsiteY5" fmla="*/ 3533824 h 3533824"/>
                <a:gd name="connsiteX6" fmla="*/ 0 w 1929612"/>
                <a:gd name="connsiteY6" fmla="*/ 2971116 h 3533824"/>
                <a:gd name="connsiteX7" fmla="*/ 0 w 1929612"/>
                <a:gd name="connsiteY7" fmla="*/ 1736937 h 3533824"/>
                <a:gd name="connsiteX8" fmla="*/ 0 w 1929612"/>
                <a:gd name="connsiteY8" fmla="*/ 1174229 h 3533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29612" h="3533824">
                  <a:moveTo>
                    <a:pt x="956656" y="0"/>
                  </a:moveTo>
                  <a:lnTo>
                    <a:pt x="1929612" y="0"/>
                  </a:lnTo>
                  <a:lnTo>
                    <a:pt x="1929612" y="562708"/>
                  </a:lnTo>
                  <a:lnTo>
                    <a:pt x="1929612" y="562708"/>
                  </a:lnTo>
                  <a:cubicBezTo>
                    <a:pt x="1929612" y="1553080"/>
                    <a:pt x="1929611" y="2543452"/>
                    <a:pt x="1929611" y="3533824"/>
                  </a:cubicBezTo>
                  <a:lnTo>
                    <a:pt x="0" y="3533824"/>
                  </a:lnTo>
                  <a:lnTo>
                    <a:pt x="0" y="2971116"/>
                  </a:lnTo>
                  <a:lnTo>
                    <a:pt x="0" y="1736937"/>
                  </a:lnTo>
                  <a:lnTo>
                    <a:pt x="0" y="1174229"/>
                  </a:ln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99A8FB3-A415-30DE-ED30-12F1154E53A7}"/>
              </a:ext>
            </a:extLst>
          </p:cNvPr>
          <p:cNvGrpSpPr/>
          <p:nvPr/>
        </p:nvGrpSpPr>
        <p:grpSpPr>
          <a:xfrm>
            <a:off x="837745" y="3891173"/>
            <a:ext cx="1471013" cy="1436728"/>
            <a:chOff x="6598468" y="2623637"/>
            <a:chExt cx="2459729" cy="1436728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C82E225-DFF8-859C-4D31-B9AFF749D727}"/>
                </a:ext>
              </a:extLst>
            </p:cNvPr>
            <p:cNvSpPr/>
            <p:nvPr/>
          </p:nvSpPr>
          <p:spPr>
            <a:xfrm>
              <a:off x="6614265" y="3347740"/>
              <a:ext cx="2443932" cy="712625"/>
            </a:xfrm>
            <a:prstGeom prst="rect">
              <a:avLst/>
            </a:prstGeom>
          </p:spPr>
          <p:txBody>
            <a:bodyPr wrap="square" lIns="0" tIns="0" rIns="0" bIns="0" anchor="t">
              <a:noAutofit/>
            </a:bodyPr>
            <a:lstStyle/>
            <a:p>
              <a:r>
                <a:rPr lang="en-IN" sz="1400" b="1" dirty="0" err="1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Deconstruyendo</a:t>
              </a:r>
              <a:r>
                <a:rPr lang="en-IN" sz="1400" b="1" dirty="0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 la </a:t>
              </a:r>
              <a:r>
                <a:rPr lang="en-IN" sz="1400" b="1" dirty="0" err="1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Economía</a:t>
              </a:r>
              <a:r>
                <a:rPr lang="en-IN" sz="1400" b="1" dirty="0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 </a:t>
              </a:r>
              <a:r>
                <a:rPr lang="en-IN" sz="1400" b="1" dirty="0" err="1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Plateada</a:t>
              </a:r>
              <a:r>
                <a:rPr lang="en-IN" sz="1400" b="1" dirty="0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 Global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17C80FEF-6CC7-062E-7C8E-040E1A222C24}"/>
                </a:ext>
              </a:extLst>
            </p:cNvPr>
            <p:cNvSpPr/>
            <p:nvPr/>
          </p:nvSpPr>
          <p:spPr>
            <a:xfrm>
              <a:off x="6598468" y="2623637"/>
              <a:ext cx="2443932" cy="248184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r>
                <a:rPr lang="en-IN" b="1" dirty="0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El Mercado </a:t>
              </a:r>
              <a:r>
                <a:rPr lang="en-IN" b="1" dirty="0" err="1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ignorado</a:t>
              </a:r>
              <a:endParaRPr lang="en-IN" b="1" dirty="0">
                <a:solidFill>
                  <a:srgbClr val="002060"/>
                </a:solidFill>
                <a:latin typeface="Raleway" pitchFamily="2" charset="0"/>
                <a:ea typeface="Open Sans" panose="020B0606030504020204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D8508E1-2DDF-1B7A-A379-1B660090ADD8}"/>
              </a:ext>
            </a:extLst>
          </p:cNvPr>
          <p:cNvGrpSpPr/>
          <p:nvPr/>
        </p:nvGrpSpPr>
        <p:grpSpPr>
          <a:xfrm>
            <a:off x="3100300" y="3891172"/>
            <a:ext cx="1461566" cy="1824089"/>
            <a:chOff x="6598468" y="2623637"/>
            <a:chExt cx="2443932" cy="2176825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8A26FFD7-4720-A27D-2EB3-31FCE4992205}"/>
                </a:ext>
              </a:extLst>
            </p:cNvPr>
            <p:cNvSpPr/>
            <p:nvPr/>
          </p:nvSpPr>
          <p:spPr>
            <a:xfrm>
              <a:off x="6598468" y="3455238"/>
              <a:ext cx="2443932" cy="1345224"/>
            </a:xfrm>
            <a:prstGeom prst="rect">
              <a:avLst/>
            </a:prstGeom>
          </p:spPr>
          <p:txBody>
            <a:bodyPr wrap="square" lIns="0" tIns="0" rIns="0" bIns="0" anchor="t">
              <a:noAutofit/>
            </a:bodyPr>
            <a:lstStyle/>
            <a:p>
              <a:r>
                <a:rPr lang="es-MX" sz="1400" b="1" i="0" u="none" strike="noStrike" dirty="0">
                  <a:solidFill>
                    <a:srgbClr val="002060"/>
                  </a:solidFill>
                  <a:effectLst/>
                  <a:latin typeface="Raleway" pitchFamily="2" charset="0"/>
                </a:rPr>
                <a:t>Adaptando la Filosofía "Amigable con la Edad" para los Negocios</a:t>
              </a:r>
              <a:endParaRPr lang="en-IN" sz="1400" b="1" dirty="0">
                <a:solidFill>
                  <a:srgbClr val="002060"/>
                </a:solidFill>
                <a:latin typeface="Raleway" pitchFamily="2" charset="0"/>
                <a:ea typeface="Open Sans" panose="020B0606030504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02A071B7-E5BF-9CEB-427A-AAC8343B7464}"/>
                </a:ext>
              </a:extLst>
            </p:cNvPr>
            <p:cNvSpPr/>
            <p:nvPr/>
          </p:nvSpPr>
          <p:spPr>
            <a:xfrm>
              <a:off x="6598468" y="2623637"/>
              <a:ext cx="2443932" cy="248184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r>
                <a:rPr lang="en-IN" b="1" dirty="0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De </a:t>
              </a:r>
              <a:r>
                <a:rPr lang="en-IN" b="1" dirty="0" err="1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ciudades</a:t>
              </a:r>
              <a:r>
                <a:rPr lang="en-IN" b="1" dirty="0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 al </a:t>
              </a:r>
              <a:r>
                <a:rPr lang="en-IN" b="1" dirty="0" err="1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comercio</a:t>
              </a:r>
              <a:endParaRPr lang="en-IN" b="1" dirty="0">
                <a:solidFill>
                  <a:srgbClr val="002060"/>
                </a:solidFill>
                <a:latin typeface="Raleway" pitchFamily="2" charset="0"/>
                <a:ea typeface="Open Sans" panose="020B0606030504020204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4A2A43D6-108F-3E88-7FC4-4B94F67D7DCD}"/>
              </a:ext>
            </a:extLst>
          </p:cNvPr>
          <p:cNvGrpSpPr/>
          <p:nvPr/>
        </p:nvGrpSpPr>
        <p:grpSpPr>
          <a:xfrm>
            <a:off x="5362853" y="4113501"/>
            <a:ext cx="1471013" cy="1383284"/>
            <a:chOff x="6598468" y="2623637"/>
            <a:chExt cx="2459729" cy="1605397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A505545-E46D-4822-986C-62B66C17CEA2}"/>
                </a:ext>
              </a:extLst>
            </p:cNvPr>
            <p:cNvSpPr/>
            <p:nvPr/>
          </p:nvSpPr>
          <p:spPr>
            <a:xfrm>
              <a:off x="6614265" y="3359143"/>
              <a:ext cx="2443932" cy="869891"/>
            </a:xfrm>
            <a:prstGeom prst="rect">
              <a:avLst/>
            </a:prstGeom>
          </p:spPr>
          <p:txBody>
            <a:bodyPr wrap="square" lIns="0" tIns="0" rIns="0" bIns="0" anchor="t">
              <a:noAutofit/>
            </a:bodyPr>
            <a:lstStyle/>
            <a:p>
              <a:r>
                <a:rPr lang="en-IN" sz="1400" b="1" dirty="0" err="1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Mejores</a:t>
              </a:r>
              <a:r>
                <a:rPr lang="en-IN" sz="1400" b="1" dirty="0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 </a:t>
              </a:r>
              <a:r>
                <a:rPr lang="en-IN" sz="1400" b="1" dirty="0" err="1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practicas</a:t>
              </a:r>
              <a:r>
                <a:rPr lang="en-IN" sz="1400" b="1" dirty="0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 y </a:t>
              </a:r>
              <a:r>
                <a:rPr lang="en-IN" sz="1400" b="1" dirty="0" err="1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modelos</a:t>
              </a:r>
              <a:r>
                <a:rPr lang="en-IN" sz="1400" b="1" dirty="0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 de </a:t>
              </a:r>
              <a:r>
                <a:rPr lang="en-IN" sz="1400" b="1" dirty="0" err="1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certificación</a:t>
              </a:r>
              <a:endParaRPr lang="en-IN" sz="1400" b="1" dirty="0">
                <a:solidFill>
                  <a:srgbClr val="002060"/>
                </a:solidFill>
                <a:latin typeface="Raleway" pitchFamily="2" charset="0"/>
                <a:ea typeface="Open Sans" panose="020B0606030504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06D17A9-1E92-CCCE-FF98-0C144F85B871}"/>
                </a:ext>
              </a:extLst>
            </p:cNvPr>
            <p:cNvSpPr/>
            <p:nvPr/>
          </p:nvSpPr>
          <p:spPr>
            <a:xfrm>
              <a:off x="6598468" y="2623637"/>
              <a:ext cx="2443932" cy="248184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r>
                <a:rPr lang="en-IN" b="1" dirty="0" err="1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Pioneros</a:t>
              </a:r>
              <a:r>
                <a:rPr lang="en-IN" b="1" dirty="0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 del Mercado </a:t>
              </a:r>
              <a:r>
                <a:rPr lang="en-IN" b="1" dirty="0" err="1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Plateado</a:t>
              </a:r>
              <a:endParaRPr lang="en-IN" b="1" dirty="0">
                <a:solidFill>
                  <a:srgbClr val="002060"/>
                </a:solidFill>
                <a:latin typeface="Raleway" pitchFamily="2" charset="0"/>
                <a:ea typeface="Open Sans" panose="020B0606030504020204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2F6E0A1B-741C-A0BD-3967-06E82644ADF6}"/>
              </a:ext>
            </a:extLst>
          </p:cNvPr>
          <p:cNvGrpSpPr/>
          <p:nvPr/>
        </p:nvGrpSpPr>
        <p:grpSpPr>
          <a:xfrm>
            <a:off x="7625408" y="4113501"/>
            <a:ext cx="1461566" cy="1735411"/>
            <a:chOff x="6598468" y="2623637"/>
            <a:chExt cx="2443932" cy="1957739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B9BF9AF4-05E7-3E30-16B0-B53C6B966743}"/>
                </a:ext>
              </a:extLst>
            </p:cNvPr>
            <p:cNvSpPr/>
            <p:nvPr/>
          </p:nvSpPr>
          <p:spPr>
            <a:xfrm>
              <a:off x="6598468" y="3347740"/>
              <a:ext cx="2443932" cy="1233636"/>
            </a:xfrm>
            <a:prstGeom prst="rect">
              <a:avLst/>
            </a:prstGeom>
          </p:spPr>
          <p:txBody>
            <a:bodyPr wrap="square" lIns="0" tIns="0" rIns="0" bIns="0" anchor="t">
              <a:noAutofit/>
            </a:bodyPr>
            <a:lstStyle/>
            <a:p>
              <a:r>
                <a:rPr lang="en-IN" sz="1400" b="1" dirty="0" err="1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Pilares</a:t>
              </a:r>
              <a:r>
                <a:rPr lang="en-IN" sz="1400" b="1" dirty="0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 de la </a:t>
              </a:r>
              <a:r>
                <a:rPr lang="en-IN" sz="1400" b="1" dirty="0" err="1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excelencia</a:t>
              </a:r>
              <a:r>
                <a:rPr lang="en-IN" sz="1400" b="1" dirty="0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 </a:t>
              </a:r>
              <a:r>
                <a:rPr lang="en-IN" sz="1400" b="1" dirty="0" err="1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comercial</a:t>
              </a:r>
              <a:endParaRPr lang="en-IN" sz="1400" b="1" dirty="0">
                <a:solidFill>
                  <a:srgbClr val="002060"/>
                </a:solidFill>
                <a:latin typeface="Raleway" pitchFamily="2" charset="0"/>
                <a:ea typeface="Open Sans" panose="020B0606030504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8A1270F2-EDAD-9A78-A327-1D1F4725A23A}"/>
                </a:ext>
              </a:extLst>
            </p:cNvPr>
            <p:cNvSpPr/>
            <p:nvPr/>
          </p:nvSpPr>
          <p:spPr>
            <a:xfrm>
              <a:off x="6598468" y="2623637"/>
              <a:ext cx="2443932" cy="248184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r>
                <a:rPr lang="en-IN" b="1" dirty="0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El </a:t>
              </a:r>
              <a:r>
                <a:rPr lang="en-IN" b="1" dirty="0" err="1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modelo</a:t>
              </a:r>
              <a:r>
                <a:rPr lang="en-IN" b="1" dirty="0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 de </a:t>
              </a:r>
              <a:r>
                <a:rPr lang="en-IN" b="1" dirty="0" err="1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Madurez</a:t>
              </a:r>
              <a:r>
                <a:rPr lang="en-IN" b="1" dirty="0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 </a:t>
              </a:r>
              <a:r>
                <a:rPr lang="en-IN" b="1" dirty="0" err="1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amigable</a:t>
              </a:r>
              <a:endParaRPr lang="en-IN" b="1" dirty="0">
                <a:solidFill>
                  <a:srgbClr val="002060"/>
                </a:solidFill>
                <a:latin typeface="Raleway" pitchFamily="2" charset="0"/>
                <a:ea typeface="Open Sans" panose="020B0606030504020204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764BF75D-DF44-486A-0A86-774F0164E9D7}"/>
              </a:ext>
            </a:extLst>
          </p:cNvPr>
          <p:cNvGrpSpPr/>
          <p:nvPr/>
        </p:nvGrpSpPr>
        <p:grpSpPr>
          <a:xfrm>
            <a:off x="9883242" y="4182478"/>
            <a:ext cx="1466285" cy="1190024"/>
            <a:chOff x="6590577" y="2623637"/>
            <a:chExt cx="2451823" cy="1398614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AFE33D88-441E-31C8-C6A0-1A6F3C7A5FD5}"/>
                </a:ext>
              </a:extLst>
            </p:cNvPr>
            <p:cNvSpPr/>
            <p:nvPr/>
          </p:nvSpPr>
          <p:spPr>
            <a:xfrm>
              <a:off x="6590577" y="3343227"/>
              <a:ext cx="2443932" cy="679024"/>
            </a:xfrm>
            <a:prstGeom prst="rect">
              <a:avLst/>
            </a:prstGeom>
          </p:spPr>
          <p:txBody>
            <a:bodyPr wrap="square" lIns="0" tIns="0" rIns="0" bIns="0" anchor="t">
              <a:noAutofit/>
            </a:bodyPr>
            <a:lstStyle/>
            <a:p>
              <a:r>
                <a:rPr lang="en-IN" sz="1400" b="1" dirty="0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Un </a:t>
              </a:r>
              <a:r>
                <a:rPr lang="en-IN" sz="1400" b="1" dirty="0" err="1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marco</a:t>
              </a:r>
              <a:r>
                <a:rPr lang="en-IN" sz="1400" b="1" dirty="0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 de </a:t>
              </a:r>
              <a:r>
                <a:rPr lang="en-IN" sz="1400" b="1" dirty="0" err="1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evaluación</a:t>
              </a:r>
              <a:endParaRPr lang="en-IN" sz="1400" b="1" dirty="0">
                <a:solidFill>
                  <a:srgbClr val="002060"/>
                </a:solidFill>
                <a:latin typeface="Raleway" pitchFamily="2" charset="0"/>
                <a:ea typeface="Open Sans" panose="020B0606030504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5A133FA-2C5A-F8B9-B1E4-D5E07DF2F65F}"/>
                </a:ext>
              </a:extLst>
            </p:cNvPr>
            <p:cNvSpPr/>
            <p:nvPr/>
          </p:nvSpPr>
          <p:spPr>
            <a:xfrm>
              <a:off x="6598468" y="2623637"/>
              <a:ext cx="2443932" cy="248184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r>
                <a:rPr lang="en-IN" b="1" dirty="0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El </a:t>
              </a:r>
              <a:r>
                <a:rPr lang="en-IN" b="1" dirty="0" err="1">
                  <a:solidFill>
                    <a:srgbClr val="002060"/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rPr>
                <a:t>modelo</a:t>
              </a:r>
              <a:endParaRPr lang="en-IN" b="1" dirty="0">
                <a:solidFill>
                  <a:srgbClr val="002060"/>
                </a:solidFill>
                <a:latin typeface="Raleway" pitchFamily="2" charset="0"/>
                <a:ea typeface="Open Sans" panose="020B0606030504020204" pitchFamily="34" charset="0"/>
                <a:cs typeface="Segoe UI" panose="020B0502040204020203" pitchFamily="34" charset="0"/>
              </a:endParaRPr>
            </a:p>
            <a:p>
              <a:endParaRPr lang="en-IN" b="1" dirty="0">
                <a:solidFill>
                  <a:srgbClr val="002060"/>
                </a:solidFill>
                <a:latin typeface="Raleway" pitchFamily="2" charset="0"/>
                <a:ea typeface="Open Sans" panose="020B0606030504020204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97" name="Graphic 96" descr="Advertising with solid fill">
            <a:extLst>
              <a:ext uri="{FF2B5EF4-FFF2-40B4-BE49-F238E27FC236}">
                <a16:creationId xmlns:a16="http://schemas.microsoft.com/office/drawing/2014/main" id="{EA6002D0-9351-2752-FD6F-E2CC09A32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747" y="3094893"/>
            <a:ext cx="556047" cy="556047"/>
          </a:xfrm>
          <a:prstGeom prst="rect">
            <a:avLst/>
          </a:prstGeom>
        </p:spPr>
      </p:pic>
      <p:pic>
        <p:nvPicPr>
          <p:cNvPr id="99" name="Graphic 98" descr="Branching diagram with solid fill">
            <a:extLst>
              <a:ext uri="{FF2B5EF4-FFF2-40B4-BE49-F238E27FC236}">
                <a16:creationId xmlns:a16="http://schemas.microsoft.com/office/drawing/2014/main" id="{5E4FC036-EE36-C7DA-6941-4D3ABC0248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5409" y="3094893"/>
            <a:ext cx="556047" cy="556047"/>
          </a:xfrm>
          <a:prstGeom prst="rect">
            <a:avLst/>
          </a:prstGeom>
        </p:spPr>
      </p:pic>
      <p:pic>
        <p:nvPicPr>
          <p:cNvPr id="101" name="Graphic 100" descr="Decision chart with solid fill">
            <a:extLst>
              <a:ext uri="{FF2B5EF4-FFF2-40B4-BE49-F238E27FC236}">
                <a16:creationId xmlns:a16="http://schemas.microsoft.com/office/drawing/2014/main" id="{A56EDF54-93D0-400B-AD7F-2AF77267E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62855" y="3094893"/>
            <a:ext cx="556047" cy="556047"/>
          </a:xfrm>
          <a:prstGeom prst="rect">
            <a:avLst/>
          </a:prstGeom>
        </p:spPr>
      </p:pic>
      <p:pic>
        <p:nvPicPr>
          <p:cNvPr id="103" name="Graphic 102" descr="Diamond with solid fill">
            <a:extLst>
              <a:ext uri="{FF2B5EF4-FFF2-40B4-BE49-F238E27FC236}">
                <a16:creationId xmlns:a16="http://schemas.microsoft.com/office/drawing/2014/main" id="{EC2153F1-791E-B6E1-6AC4-C6E7326770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87962" y="3094893"/>
            <a:ext cx="556047" cy="556047"/>
          </a:xfrm>
          <a:prstGeom prst="rect">
            <a:avLst/>
          </a:prstGeom>
        </p:spPr>
      </p:pic>
      <p:pic>
        <p:nvPicPr>
          <p:cNvPr id="105" name="Graphic 104" descr="Door Open with solid fill">
            <a:extLst>
              <a:ext uri="{FF2B5EF4-FFF2-40B4-BE49-F238E27FC236}">
                <a16:creationId xmlns:a16="http://schemas.microsoft.com/office/drawing/2014/main" id="{20C9301A-7F48-F7A6-E467-FBC17F30BB6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00301" y="3094893"/>
            <a:ext cx="556047" cy="556047"/>
          </a:xfrm>
          <a:prstGeom prst="rect">
            <a:avLst/>
          </a:prstGeom>
        </p:spPr>
      </p:pic>
      <p:sp>
        <p:nvSpPr>
          <p:cNvPr id="79" name="Título 1">
            <a:extLst>
              <a:ext uri="{FF2B5EF4-FFF2-40B4-BE49-F238E27FC236}">
                <a16:creationId xmlns:a16="http://schemas.microsoft.com/office/drawing/2014/main" id="{D26CB6FC-C7E9-4001-8C34-9A6262ADF6C1}"/>
              </a:ext>
            </a:extLst>
          </p:cNvPr>
          <p:cNvSpPr txBox="1">
            <a:spLocks/>
          </p:cNvSpPr>
          <p:nvPr/>
        </p:nvSpPr>
        <p:spPr>
          <a:xfrm>
            <a:off x="9883241" y="1"/>
            <a:ext cx="2237381" cy="457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AR" sz="2000" b="1" dirty="0">
                <a:solidFill>
                  <a:srgbClr val="002060"/>
                </a:solidFill>
                <a:latin typeface="Raleway" panose="020B0604020202020204" pitchFamily="2" charset="0"/>
              </a:rPr>
              <a:t>Silver Standard</a:t>
            </a:r>
            <a:endParaRPr lang="es-AR" sz="2000" dirty="0">
              <a:solidFill>
                <a:srgbClr val="002060"/>
              </a:solidFill>
            </a:endParaRPr>
          </a:p>
        </p:txBody>
      </p:sp>
      <p:pic>
        <p:nvPicPr>
          <p:cNvPr id="78" name="Imagen 77" descr="Texto&#10;&#10;El contenido generado por IA puede ser incorrecto.">
            <a:extLst>
              <a:ext uri="{FF2B5EF4-FFF2-40B4-BE49-F238E27FC236}">
                <a16:creationId xmlns:a16="http://schemas.microsoft.com/office/drawing/2014/main" id="{96B823AD-F723-4189-A709-D3A6410EEB2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896" y="-559269"/>
            <a:ext cx="1761281" cy="176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681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831F1A-CC8C-483D-B53C-2BCEB64B8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621" y="1805652"/>
            <a:ext cx="11563108" cy="2758018"/>
          </a:xfrm>
        </p:spPr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AR" b="1" i="0" u="none" strike="noStrike" dirty="0">
                <a:solidFill>
                  <a:srgbClr val="002060"/>
                </a:solidFill>
                <a:effectLst/>
                <a:latin typeface="Raleway" panose="020B0604020202020204" pitchFamily="2" charset="0"/>
              </a:rPr>
              <a:t>1. El mercado ignorado: deconstruyendo la Economía Plateada Global</a:t>
            </a:r>
            <a:endParaRPr lang="es-AR" dirty="0">
              <a:solidFill>
                <a:srgbClr val="002060"/>
              </a:solidFill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F9F68A17-14D9-418A-95A6-AFCCB3B82C9F}"/>
              </a:ext>
            </a:extLst>
          </p:cNvPr>
          <p:cNvSpPr txBox="1">
            <a:spLocks/>
          </p:cNvSpPr>
          <p:nvPr/>
        </p:nvSpPr>
        <p:spPr>
          <a:xfrm>
            <a:off x="661686" y="5544274"/>
            <a:ext cx="10868628" cy="6777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MX" sz="4000" b="1" dirty="0">
                <a:solidFill>
                  <a:srgbClr val="002060"/>
                </a:solidFill>
                <a:latin typeface="Raleway" panose="020B0604020202020204" pitchFamily="2" charset="0"/>
              </a:rPr>
              <a:t>F</a:t>
            </a:r>
            <a:r>
              <a:rPr lang="es-AR" sz="4000" b="1" dirty="0" err="1">
                <a:solidFill>
                  <a:srgbClr val="002060"/>
                </a:solidFill>
                <a:latin typeface="Raleway" panose="020B0604020202020204" pitchFamily="2" charset="0"/>
              </a:rPr>
              <a:t>undamentos</a:t>
            </a:r>
            <a:r>
              <a:rPr lang="es-AR" sz="4000" b="1" dirty="0">
                <a:solidFill>
                  <a:srgbClr val="002060"/>
                </a:solidFill>
                <a:latin typeface="Raleway" panose="020B0604020202020204" pitchFamily="2" charset="0"/>
              </a:rPr>
              <a:t> económicos y urgencia</a:t>
            </a:r>
            <a:endParaRPr lang="es-AR" sz="4000" dirty="0">
              <a:solidFill>
                <a:srgbClr val="002060"/>
              </a:solidFill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F019A96-4142-4235-AE7E-C9BF4B619757}"/>
              </a:ext>
            </a:extLst>
          </p:cNvPr>
          <p:cNvSpPr txBox="1">
            <a:spLocks/>
          </p:cNvSpPr>
          <p:nvPr/>
        </p:nvSpPr>
        <p:spPr>
          <a:xfrm>
            <a:off x="9883241" y="1"/>
            <a:ext cx="2237381" cy="457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AR" sz="2000" b="1" dirty="0">
                <a:solidFill>
                  <a:srgbClr val="002060"/>
                </a:solidFill>
                <a:latin typeface="Raleway" panose="020B0604020202020204" pitchFamily="2" charset="0"/>
              </a:rPr>
              <a:t>Silver Standard</a:t>
            </a:r>
            <a:endParaRPr lang="es-AR" sz="2000" dirty="0">
              <a:solidFill>
                <a:srgbClr val="002060"/>
              </a:solidFill>
            </a:endParaRPr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4077890A-053C-41FF-9BD8-EA0E9BF6F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552" y="-550891"/>
            <a:ext cx="1761281" cy="176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291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CCCE9-21CA-B9D4-D5C6-A6875BA5E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5369" y="590552"/>
            <a:ext cx="3941831" cy="711081"/>
          </a:xfr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leway" pitchFamily="2" charset="0"/>
                <a:ea typeface="+mn-ea"/>
                <a:cs typeface="+mn-cs"/>
              </a:rPr>
              <a:t>1. El mercado </a:t>
            </a:r>
            <a:r>
              <a:rPr lang="en-IN" sz="2800" b="1" dirty="0" err="1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leway" pitchFamily="2" charset="0"/>
                <a:ea typeface="+mn-ea"/>
                <a:cs typeface="+mn-cs"/>
              </a:rPr>
              <a:t>ignorado</a:t>
            </a:r>
            <a:endParaRPr lang="en-IN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aleway" pitchFamily="2" charset="0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B932C7C-CDC1-DB2D-8696-F973CB8CCDCB}"/>
              </a:ext>
            </a:extLst>
          </p:cNvPr>
          <p:cNvCxnSpPr>
            <a:cxnSpLocks/>
            <a:stCxn id="20" idx="2"/>
            <a:endCxn id="23" idx="6"/>
          </p:cNvCxnSpPr>
          <p:nvPr/>
        </p:nvCxnSpPr>
        <p:spPr>
          <a:xfrm>
            <a:off x="2087303" y="2284286"/>
            <a:ext cx="8027114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03835B20-065A-FD36-BF5B-EE44196C0608}"/>
              </a:ext>
            </a:extLst>
          </p:cNvPr>
          <p:cNvSpPr/>
          <p:nvPr/>
        </p:nvSpPr>
        <p:spPr>
          <a:xfrm>
            <a:off x="6925193" y="1899146"/>
            <a:ext cx="770280" cy="7702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Cylinder 37">
            <a:extLst>
              <a:ext uri="{FF2B5EF4-FFF2-40B4-BE49-F238E27FC236}">
                <a16:creationId xmlns:a16="http://schemas.microsoft.com/office/drawing/2014/main" id="{6F7047AA-974C-0632-E244-75BE89114AC9}"/>
              </a:ext>
            </a:extLst>
          </p:cNvPr>
          <p:cNvSpPr/>
          <p:nvPr/>
        </p:nvSpPr>
        <p:spPr>
          <a:xfrm>
            <a:off x="6275507" y="5507943"/>
            <a:ext cx="2069652" cy="720074"/>
          </a:xfrm>
          <a:prstGeom prst="can">
            <a:avLst>
              <a:gd name="adj" fmla="val 50000"/>
            </a:avLst>
          </a:prstGeom>
          <a:gradFill>
            <a:gsLst>
              <a:gs pos="7000">
                <a:schemeClr val="accent4"/>
              </a:gs>
              <a:gs pos="100000">
                <a:schemeClr val="accent4">
                  <a:lumMod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18CED7F-3BD6-0F20-37E1-6A9515D17B33}"/>
              </a:ext>
            </a:extLst>
          </p:cNvPr>
          <p:cNvSpPr txBox="1"/>
          <p:nvPr/>
        </p:nvSpPr>
        <p:spPr>
          <a:xfrm>
            <a:off x="6337600" y="4177273"/>
            <a:ext cx="1945466" cy="50822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</a:rPr>
              <a:t>Perfil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</a:rPr>
              <a:t> del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</a:rPr>
              <a:t>consumidor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</a:rPr>
              <a:t> +50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3419391-4BE5-B147-53C2-74D8429F6EC1}"/>
              </a:ext>
            </a:extLst>
          </p:cNvPr>
          <p:cNvCxnSpPr>
            <a:cxnSpLocks/>
          </p:cNvCxnSpPr>
          <p:nvPr/>
        </p:nvCxnSpPr>
        <p:spPr>
          <a:xfrm>
            <a:off x="7310333" y="2746129"/>
            <a:ext cx="0" cy="129703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0A0485FA-65B4-86B9-9EE7-F383B5515422}"/>
              </a:ext>
            </a:extLst>
          </p:cNvPr>
          <p:cNvSpPr/>
          <p:nvPr/>
        </p:nvSpPr>
        <p:spPr>
          <a:xfrm>
            <a:off x="4506248" y="1899146"/>
            <a:ext cx="770280" cy="7702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Cylinder 30">
            <a:extLst>
              <a:ext uri="{FF2B5EF4-FFF2-40B4-BE49-F238E27FC236}">
                <a16:creationId xmlns:a16="http://schemas.microsoft.com/office/drawing/2014/main" id="{ABC3F56A-380B-A22A-1B7F-53BD4F098297}"/>
              </a:ext>
            </a:extLst>
          </p:cNvPr>
          <p:cNvSpPr/>
          <p:nvPr/>
        </p:nvSpPr>
        <p:spPr>
          <a:xfrm>
            <a:off x="3856562" y="5507943"/>
            <a:ext cx="2069652" cy="720074"/>
          </a:xfrm>
          <a:prstGeom prst="can">
            <a:avLst>
              <a:gd name="adj" fmla="val 50000"/>
            </a:avLst>
          </a:prstGeom>
          <a:gradFill>
            <a:gsLst>
              <a:gs pos="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9BBDB1-54AE-0C29-694A-669839F8637F}"/>
              </a:ext>
            </a:extLst>
          </p:cNvPr>
          <p:cNvSpPr txBox="1"/>
          <p:nvPr/>
        </p:nvSpPr>
        <p:spPr>
          <a:xfrm>
            <a:off x="3918655" y="4356691"/>
            <a:ext cx="1945466" cy="328803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</a:rPr>
              <a:t>La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</a:rPr>
              <a:t>frontera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</a:rPr>
              <a:t>Latam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Raleway" pitchFamily="2" charset="0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FE945BF-2F0A-8DF9-1925-B36EF647DC17}"/>
              </a:ext>
            </a:extLst>
          </p:cNvPr>
          <p:cNvCxnSpPr>
            <a:cxnSpLocks/>
          </p:cNvCxnSpPr>
          <p:nvPr/>
        </p:nvCxnSpPr>
        <p:spPr>
          <a:xfrm>
            <a:off x="4891388" y="2746129"/>
            <a:ext cx="0" cy="129703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4F256280-A2E5-B21D-B036-E74C314A346D}"/>
              </a:ext>
            </a:extLst>
          </p:cNvPr>
          <p:cNvSpPr/>
          <p:nvPr/>
        </p:nvSpPr>
        <p:spPr>
          <a:xfrm>
            <a:off x="2087303" y="1899146"/>
            <a:ext cx="770280" cy="7702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Cylinder 26">
            <a:extLst>
              <a:ext uri="{FF2B5EF4-FFF2-40B4-BE49-F238E27FC236}">
                <a16:creationId xmlns:a16="http://schemas.microsoft.com/office/drawing/2014/main" id="{075D19DE-406D-723B-D3C1-BFCD7EECAB60}"/>
              </a:ext>
            </a:extLst>
          </p:cNvPr>
          <p:cNvSpPr/>
          <p:nvPr/>
        </p:nvSpPr>
        <p:spPr>
          <a:xfrm>
            <a:off x="1437617" y="4496266"/>
            <a:ext cx="2069652" cy="720074"/>
          </a:xfrm>
          <a:prstGeom prst="can">
            <a:avLst>
              <a:gd name="adj" fmla="val 50000"/>
            </a:avLst>
          </a:prstGeom>
          <a:gradFill>
            <a:gsLst>
              <a:gs pos="500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40BB84-9945-73B5-8A63-32E99AFC6E3F}"/>
              </a:ext>
            </a:extLst>
          </p:cNvPr>
          <p:cNvSpPr txBox="1"/>
          <p:nvPr/>
        </p:nvSpPr>
        <p:spPr>
          <a:xfrm>
            <a:off x="1499710" y="3194189"/>
            <a:ext cx="1945466" cy="101249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</a:rPr>
              <a:t>Tamaño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</a:rPr>
              <a:t> del Mercado y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</a:rPr>
              <a:t>proyecciones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</a:rPr>
              <a:t> de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</a:rPr>
              <a:t>Crecimiento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Raleway" pitchFamily="2" charset="0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D12DC2C-E8A0-0300-A38A-8D4E379ED34D}"/>
              </a:ext>
            </a:extLst>
          </p:cNvPr>
          <p:cNvCxnSpPr>
            <a:cxnSpLocks/>
          </p:cNvCxnSpPr>
          <p:nvPr/>
        </p:nvCxnSpPr>
        <p:spPr>
          <a:xfrm>
            <a:off x="2472443" y="2746129"/>
            <a:ext cx="0" cy="358246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A6F2AE2C-D2C5-B567-3FF4-BA88B258706E}"/>
              </a:ext>
            </a:extLst>
          </p:cNvPr>
          <p:cNvSpPr/>
          <p:nvPr/>
        </p:nvSpPr>
        <p:spPr>
          <a:xfrm>
            <a:off x="9344137" y="1899146"/>
            <a:ext cx="770280" cy="7702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Cylinder 49">
            <a:extLst>
              <a:ext uri="{FF2B5EF4-FFF2-40B4-BE49-F238E27FC236}">
                <a16:creationId xmlns:a16="http://schemas.microsoft.com/office/drawing/2014/main" id="{716167AF-C5EF-7189-CC9E-7BB9A0DFAB4E}"/>
              </a:ext>
            </a:extLst>
          </p:cNvPr>
          <p:cNvSpPr/>
          <p:nvPr/>
        </p:nvSpPr>
        <p:spPr>
          <a:xfrm>
            <a:off x="8694451" y="4496266"/>
            <a:ext cx="2069652" cy="720074"/>
          </a:xfrm>
          <a:prstGeom prst="can">
            <a:avLst>
              <a:gd name="adj" fmla="val 50000"/>
            </a:avLst>
          </a:prstGeom>
          <a:gradFill flip="none" rotWithShape="1">
            <a:gsLst>
              <a:gs pos="3000">
                <a:schemeClr val="accent5"/>
              </a:gs>
              <a:gs pos="100000">
                <a:schemeClr val="accent5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75B3F1-CFA7-C092-DC52-71E74EA0D6DD}"/>
              </a:ext>
            </a:extLst>
          </p:cNvPr>
          <p:cNvSpPr txBox="1"/>
          <p:nvPr/>
        </p:nvSpPr>
        <p:spPr>
          <a:xfrm>
            <a:off x="8818637" y="3070424"/>
            <a:ext cx="1945466" cy="123805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</a:rPr>
              <a:t>Segmentos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</a:rPr>
              <a:t> clave del mercado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</a:rPr>
              <a:t>en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</a:rPr>
              <a:t> la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</a:rPr>
              <a:t>Economía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</a:rPr>
              <a:t>Plateada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Raleway" pitchFamily="2" charset="0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DE361A8-D9BE-D59B-5A14-F64359E4B5C6}"/>
              </a:ext>
            </a:extLst>
          </p:cNvPr>
          <p:cNvCxnSpPr>
            <a:cxnSpLocks/>
          </p:cNvCxnSpPr>
          <p:nvPr/>
        </p:nvCxnSpPr>
        <p:spPr>
          <a:xfrm>
            <a:off x="9729277" y="2746129"/>
            <a:ext cx="0" cy="370438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52B7FE2-B2DC-28EE-27C9-396C415D0D6E}"/>
              </a:ext>
            </a:extLst>
          </p:cNvPr>
          <p:cNvSpPr txBox="1"/>
          <p:nvPr/>
        </p:nvSpPr>
        <p:spPr>
          <a:xfrm>
            <a:off x="2263091" y="4856303"/>
            <a:ext cx="41870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01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62EF270-4E18-0AF6-66F3-88131EFA38F6}"/>
              </a:ext>
            </a:extLst>
          </p:cNvPr>
          <p:cNvSpPr txBox="1"/>
          <p:nvPr/>
        </p:nvSpPr>
        <p:spPr>
          <a:xfrm>
            <a:off x="4682036" y="5867980"/>
            <a:ext cx="41870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02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481F65-8B0F-6075-644B-0F14FEFC9AD4}"/>
              </a:ext>
            </a:extLst>
          </p:cNvPr>
          <p:cNvSpPr txBox="1"/>
          <p:nvPr/>
        </p:nvSpPr>
        <p:spPr>
          <a:xfrm>
            <a:off x="7100981" y="5855788"/>
            <a:ext cx="41870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03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D5985A9-6467-0DAD-4F1B-583816CDF02D}"/>
              </a:ext>
            </a:extLst>
          </p:cNvPr>
          <p:cNvSpPr txBox="1"/>
          <p:nvPr/>
        </p:nvSpPr>
        <p:spPr>
          <a:xfrm>
            <a:off x="9540707" y="4843852"/>
            <a:ext cx="41870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04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5" name="Graphic 4" descr="Graduation cap outline">
            <a:extLst>
              <a:ext uri="{FF2B5EF4-FFF2-40B4-BE49-F238E27FC236}">
                <a16:creationId xmlns:a16="http://schemas.microsoft.com/office/drawing/2014/main" id="{B369AA1A-01A3-0152-E8B9-8729BC8167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7019" y="2019917"/>
            <a:ext cx="528738" cy="528738"/>
          </a:xfrm>
          <a:prstGeom prst="rect">
            <a:avLst/>
          </a:prstGeom>
        </p:spPr>
      </p:pic>
      <p:pic>
        <p:nvPicPr>
          <p:cNvPr id="7" name="Graphic 6" descr="Open hand with plant outline">
            <a:extLst>
              <a:ext uri="{FF2B5EF4-FFF2-40B4-BE49-F238E27FC236}">
                <a16:creationId xmlns:a16="http://schemas.microsoft.com/office/drawing/2014/main" id="{AFA2B5EB-5EE1-A711-797A-18B4FEC910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6245" y="2019917"/>
            <a:ext cx="528738" cy="528738"/>
          </a:xfrm>
          <a:prstGeom prst="rect">
            <a:avLst/>
          </a:prstGeom>
        </p:spPr>
      </p:pic>
      <p:pic>
        <p:nvPicPr>
          <p:cNvPr id="12" name="Graphic 11" descr="Document outline">
            <a:extLst>
              <a:ext uri="{FF2B5EF4-FFF2-40B4-BE49-F238E27FC236}">
                <a16:creationId xmlns:a16="http://schemas.microsoft.com/office/drawing/2014/main" id="{E1123D60-6FBE-1B5C-4688-07D4CCC4BA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77531" y="2019917"/>
            <a:ext cx="528738" cy="528738"/>
          </a:xfrm>
          <a:prstGeom prst="rect">
            <a:avLst/>
          </a:prstGeom>
        </p:spPr>
      </p:pic>
      <p:pic>
        <p:nvPicPr>
          <p:cNvPr id="17" name="Graphic 16" descr="Rating 3 Star outline">
            <a:extLst>
              <a:ext uri="{FF2B5EF4-FFF2-40B4-BE49-F238E27FC236}">
                <a16:creationId xmlns:a16="http://schemas.microsoft.com/office/drawing/2014/main" id="{37684851-F9CA-9987-6879-E67C65518C8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18390" y="2019917"/>
            <a:ext cx="528738" cy="528738"/>
          </a:xfrm>
          <a:prstGeom prst="rect">
            <a:avLst/>
          </a:prstGeom>
        </p:spPr>
      </p:pic>
      <p:sp>
        <p:nvSpPr>
          <p:cNvPr id="35" name="Título 1">
            <a:extLst>
              <a:ext uri="{FF2B5EF4-FFF2-40B4-BE49-F238E27FC236}">
                <a16:creationId xmlns:a16="http://schemas.microsoft.com/office/drawing/2014/main" id="{DF1F0A86-6801-487C-A8E1-0CB140851430}"/>
              </a:ext>
            </a:extLst>
          </p:cNvPr>
          <p:cNvSpPr txBox="1">
            <a:spLocks/>
          </p:cNvSpPr>
          <p:nvPr/>
        </p:nvSpPr>
        <p:spPr>
          <a:xfrm>
            <a:off x="9883241" y="1"/>
            <a:ext cx="2237381" cy="457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AR" sz="2000" b="1" dirty="0">
                <a:solidFill>
                  <a:srgbClr val="002060"/>
                </a:solidFill>
                <a:latin typeface="Raleway" panose="020B0604020202020204" pitchFamily="2" charset="0"/>
              </a:rPr>
              <a:t>Silver Standard</a:t>
            </a:r>
            <a:endParaRPr lang="es-AR" sz="2000" dirty="0">
              <a:solidFill>
                <a:srgbClr val="002060"/>
              </a:solidFill>
            </a:endParaRPr>
          </a:p>
        </p:txBody>
      </p:sp>
      <p:pic>
        <p:nvPicPr>
          <p:cNvPr id="32" name="Imagen 31" descr="Texto&#10;&#10;El contenido generado por IA puede ser incorrecto.">
            <a:extLst>
              <a:ext uri="{FF2B5EF4-FFF2-40B4-BE49-F238E27FC236}">
                <a16:creationId xmlns:a16="http://schemas.microsoft.com/office/drawing/2014/main" id="{163AC656-2112-46C1-BC94-2579FC9E998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875" y="-504238"/>
            <a:ext cx="1761281" cy="176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FBE2511-84D7-B647-9E84-95E7A4F5C785}"/>
              </a:ext>
            </a:extLst>
          </p:cNvPr>
          <p:cNvSpPr/>
          <p:nvPr/>
        </p:nvSpPr>
        <p:spPr>
          <a:xfrm>
            <a:off x="586832" y="1366913"/>
            <a:ext cx="3470190" cy="4457591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  <a:p>
            <a:pPr algn="ctr"/>
            <a:endParaRPr lang="en-BR" dirty="0"/>
          </a:p>
        </p:txBody>
      </p:sp>
      <p:sp>
        <p:nvSpPr>
          <p:cNvPr id="23" name="Oval 31">
            <a:extLst>
              <a:ext uri="{FF2B5EF4-FFF2-40B4-BE49-F238E27FC236}">
                <a16:creationId xmlns:a16="http://schemas.microsoft.com/office/drawing/2014/main" id="{9AF78465-D07E-4A7B-A1A0-81B893E0848D}"/>
              </a:ext>
            </a:extLst>
          </p:cNvPr>
          <p:cNvSpPr/>
          <p:nvPr/>
        </p:nvSpPr>
        <p:spPr>
          <a:xfrm>
            <a:off x="2481943" y="2145009"/>
            <a:ext cx="1261652" cy="12359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C3560A1-2885-7248-9D3E-FEC76A55763F}"/>
              </a:ext>
            </a:extLst>
          </p:cNvPr>
          <p:cNvSpPr/>
          <p:nvPr/>
        </p:nvSpPr>
        <p:spPr>
          <a:xfrm>
            <a:off x="944124" y="1181687"/>
            <a:ext cx="2799471" cy="647114"/>
          </a:xfrm>
          <a:prstGeom prst="roundRect">
            <a:avLst/>
          </a:prstGeom>
          <a:ln>
            <a:noFill/>
          </a:ln>
          <a:effectLst>
            <a:outerShdw blurRad="50800" dist="50800" dir="5400000" algn="ctr" rotWithShape="0">
              <a:schemeClr val="bg2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ACCENTURE</a:t>
            </a:r>
            <a:endParaRPr lang="en-BR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75647F72-748A-A24E-A39E-AD2B083603E1}"/>
              </a:ext>
            </a:extLst>
          </p:cNvPr>
          <p:cNvSpPr/>
          <p:nvPr/>
        </p:nvSpPr>
        <p:spPr>
          <a:xfrm>
            <a:off x="4399981" y="1443399"/>
            <a:ext cx="3470190" cy="445759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048EEC6C-AD09-FB43-8823-7352CDDC045C}"/>
              </a:ext>
            </a:extLst>
          </p:cNvPr>
          <p:cNvSpPr/>
          <p:nvPr/>
        </p:nvSpPr>
        <p:spPr>
          <a:xfrm>
            <a:off x="4728333" y="1181687"/>
            <a:ext cx="2799471" cy="647114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50800" dir="5400000" algn="ctr" rotWithShape="0">
              <a:schemeClr val="bg2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800" b="1" i="0" u="none" strike="noStrike" dirty="0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AGE GRACEFULLY AMERICA</a:t>
            </a:r>
            <a:endParaRPr lang="en-BR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B922B16D-308C-2347-9B34-70B8327DA041}"/>
              </a:ext>
            </a:extLst>
          </p:cNvPr>
          <p:cNvSpPr/>
          <p:nvPr/>
        </p:nvSpPr>
        <p:spPr>
          <a:xfrm>
            <a:off x="8108875" y="1401979"/>
            <a:ext cx="3470190" cy="445759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A3B2B1E5-6BD3-8043-ABBF-1B7B7A09A0C5}"/>
              </a:ext>
            </a:extLst>
          </p:cNvPr>
          <p:cNvSpPr/>
          <p:nvPr/>
        </p:nvSpPr>
        <p:spPr>
          <a:xfrm>
            <a:off x="8470339" y="1181687"/>
            <a:ext cx="2799471" cy="647114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50800" dist="50800" dir="5400000" algn="ctr" rotWithShape="0">
              <a:schemeClr val="bg2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AGEING BETTER</a:t>
            </a:r>
            <a:endParaRPr lang="en-BR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C5A07F-6AF7-604A-89BC-3FBBED918261}"/>
              </a:ext>
            </a:extLst>
          </p:cNvPr>
          <p:cNvSpPr txBox="1"/>
          <p:nvPr/>
        </p:nvSpPr>
        <p:spPr>
          <a:xfrm>
            <a:off x="2481943" y="2473854"/>
            <a:ext cx="12616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sz="3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$</a:t>
            </a:r>
            <a:r>
              <a:rPr lang="es-MX" sz="3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1,6</a:t>
            </a:r>
            <a:r>
              <a:rPr lang="en-BR" sz="3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572F5C0-51E4-4310-9779-250E5303A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986" y="125285"/>
            <a:ext cx="9744919" cy="1038140"/>
          </a:xfrm>
        </p:spPr>
        <p:txBody>
          <a:bodyPr>
            <a:normAutofit/>
          </a:bodyPr>
          <a:lstStyle/>
          <a:p>
            <a:r>
              <a:rPr lang="es-MX" sz="2500" b="1" i="0" u="none" strike="noStrike" dirty="0">
                <a:solidFill>
                  <a:srgbClr val="1B1C1D"/>
                </a:solidFill>
                <a:effectLst/>
                <a:latin typeface="Raleway" pitchFamily="2" charset="0"/>
              </a:rPr>
              <a:t> </a:t>
            </a:r>
            <a:endParaRPr lang="en-IN" sz="2500" dirty="0">
              <a:latin typeface="Raleway" pitchFamily="2" charset="0"/>
            </a:endParaRPr>
          </a:p>
        </p:txBody>
      </p:sp>
      <p:sp>
        <p:nvSpPr>
          <p:cNvPr id="20" name="TextBox 29">
            <a:extLst>
              <a:ext uri="{FF2B5EF4-FFF2-40B4-BE49-F238E27FC236}">
                <a16:creationId xmlns:a16="http://schemas.microsoft.com/office/drawing/2014/main" id="{F39F4095-A928-4AB2-B7E2-8973DE66E9C8}"/>
              </a:ext>
            </a:extLst>
          </p:cNvPr>
          <p:cNvSpPr txBox="1"/>
          <p:nvPr/>
        </p:nvSpPr>
        <p:spPr>
          <a:xfrm>
            <a:off x="1515457" y="333470"/>
            <a:ext cx="9161085" cy="44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 err="1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leway" pitchFamily="2" charset="0"/>
              </a:rPr>
              <a:t>Tamaño</a:t>
            </a: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leway" pitchFamily="2" charset="0"/>
              </a:rPr>
              <a:t> del Mercado y </a:t>
            </a:r>
            <a:r>
              <a:rPr lang="en-US" sz="2800" b="1" dirty="0" err="1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leway" pitchFamily="2" charset="0"/>
              </a:rPr>
              <a:t>proyecciones</a:t>
            </a: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leway" pitchFamily="2" charset="0"/>
              </a:rPr>
              <a:t> de </a:t>
            </a:r>
            <a:r>
              <a:rPr lang="en-US" sz="2800" b="1" dirty="0" err="1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leway" pitchFamily="2" charset="0"/>
              </a:rPr>
              <a:t>Crecimiento</a:t>
            </a:r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aleway" pitchFamily="2" charset="0"/>
            </a:endParaRPr>
          </a:p>
        </p:txBody>
      </p:sp>
      <p:pic>
        <p:nvPicPr>
          <p:cNvPr id="21" name="Imagen 20" descr="Texto&#10;&#10;El contenido generado por IA puede ser incorrecto.">
            <a:extLst>
              <a:ext uri="{FF2B5EF4-FFF2-40B4-BE49-F238E27FC236}">
                <a16:creationId xmlns:a16="http://schemas.microsoft.com/office/drawing/2014/main" id="{45AB3B29-BB85-4587-A80F-309CE4B7FA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295" y="5557655"/>
            <a:ext cx="1761281" cy="1761281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D28FE253-D315-4413-AF4D-9767714B87DC}"/>
              </a:ext>
            </a:extLst>
          </p:cNvPr>
          <p:cNvSpPr txBox="1">
            <a:spLocks/>
          </p:cNvSpPr>
          <p:nvPr/>
        </p:nvSpPr>
        <p:spPr>
          <a:xfrm>
            <a:off x="10036481" y="6325113"/>
            <a:ext cx="2237381" cy="457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AR" sz="2000" b="1" dirty="0">
                <a:solidFill>
                  <a:srgbClr val="002060"/>
                </a:solidFill>
                <a:latin typeface="Raleway" panose="020B0604020202020204" pitchFamily="2" charset="0"/>
              </a:rPr>
              <a:t>Silver Standard</a:t>
            </a:r>
            <a:endParaRPr lang="es-AR" sz="2000" dirty="0">
              <a:solidFill>
                <a:srgbClr val="002060"/>
              </a:solidFill>
            </a:endParaRPr>
          </a:p>
        </p:txBody>
      </p:sp>
      <p:sp>
        <p:nvSpPr>
          <p:cNvPr id="25" name="Oval 31">
            <a:extLst>
              <a:ext uri="{FF2B5EF4-FFF2-40B4-BE49-F238E27FC236}">
                <a16:creationId xmlns:a16="http://schemas.microsoft.com/office/drawing/2014/main" id="{86647E4C-1C16-4F2E-9158-237D2C291B68}"/>
              </a:ext>
            </a:extLst>
          </p:cNvPr>
          <p:cNvSpPr/>
          <p:nvPr/>
        </p:nvSpPr>
        <p:spPr>
          <a:xfrm>
            <a:off x="2504333" y="4386583"/>
            <a:ext cx="1261652" cy="12359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Box 12">
            <a:extLst>
              <a:ext uri="{FF2B5EF4-FFF2-40B4-BE49-F238E27FC236}">
                <a16:creationId xmlns:a16="http://schemas.microsoft.com/office/drawing/2014/main" id="{EBF8BEA8-03C5-4303-88BB-10C50B6ABCCE}"/>
              </a:ext>
            </a:extLst>
          </p:cNvPr>
          <p:cNvSpPr txBox="1"/>
          <p:nvPr/>
        </p:nvSpPr>
        <p:spPr>
          <a:xfrm>
            <a:off x="2479335" y="4739690"/>
            <a:ext cx="12616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sz="3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$</a:t>
            </a:r>
            <a:r>
              <a:rPr lang="es-MX" sz="3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2,9</a:t>
            </a:r>
            <a:r>
              <a:rPr lang="en-BR" sz="3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</a:t>
            </a:r>
          </a:p>
        </p:txBody>
      </p:sp>
      <p:sp>
        <p:nvSpPr>
          <p:cNvPr id="19" name="Arrow: Pentagon 2">
            <a:extLst>
              <a:ext uri="{FF2B5EF4-FFF2-40B4-BE49-F238E27FC236}">
                <a16:creationId xmlns:a16="http://schemas.microsoft.com/office/drawing/2014/main" id="{E99B4D34-D96B-4CDF-B359-B45FB7285EB0}"/>
              </a:ext>
            </a:extLst>
          </p:cNvPr>
          <p:cNvSpPr/>
          <p:nvPr/>
        </p:nvSpPr>
        <p:spPr>
          <a:xfrm>
            <a:off x="874724" y="2252688"/>
            <a:ext cx="1261652" cy="1128271"/>
          </a:xfrm>
          <a:prstGeom prst="homePlate">
            <a:avLst>
              <a:gd name="adj" fmla="val 234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Pentagon 2">
            <a:extLst>
              <a:ext uri="{FF2B5EF4-FFF2-40B4-BE49-F238E27FC236}">
                <a16:creationId xmlns:a16="http://schemas.microsoft.com/office/drawing/2014/main" id="{F9DB74C2-70B5-4B3A-BEBF-B227975D2439}"/>
              </a:ext>
            </a:extLst>
          </p:cNvPr>
          <p:cNvSpPr/>
          <p:nvPr/>
        </p:nvSpPr>
        <p:spPr>
          <a:xfrm>
            <a:off x="874724" y="4494262"/>
            <a:ext cx="1261652" cy="1063393"/>
          </a:xfrm>
          <a:prstGeom prst="homePlate">
            <a:avLst>
              <a:gd name="adj" fmla="val 234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28130A1A-35F3-49D7-BED9-126FA4DE4056}"/>
              </a:ext>
            </a:extLst>
          </p:cNvPr>
          <p:cNvSpPr txBox="1"/>
          <p:nvPr/>
        </p:nvSpPr>
        <p:spPr>
          <a:xfrm>
            <a:off x="896959" y="2495786"/>
            <a:ext cx="11300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2023</a:t>
            </a:r>
            <a:endParaRPr lang="en-BR" sz="3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13D62615-AFA1-4B16-A628-7F838C0439C6}"/>
              </a:ext>
            </a:extLst>
          </p:cNvPr>
          <p:cNvSpPr txBox="1"/>
          <p:nvPr/>
        </p:nvSpPr>
        <p:spPr>
          <a:xfrm>
            <a:off x="896959" y="4779222"/>
            <a:ext cx="11300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2031</a:t>
            </a:r>
            <a:endParaRPr lang="en-BR" sz="3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Oval 31">
            <a:extLst>
              <a:ext uri="{FF2B5EF4-FFF2-40B4-BE49-F238E27FC236}">
                <a16:creationId xmlns:a16="http://schemas.microsoft.com/office/drawing/2014/main" id="{7BB78AB2-785A-4F44-89DB-7EBEDBD0CC64}"/>
              </a:ext>
            </a:extLst>
          </p:cNvPr>
          <p:cNvSpPr/>
          <p:nvPr/>
        </p:nvSpPr>
        <p:spPr>
          <a:xfrm>
            <a:off x="6403186" y="2145009"/>
            <a:ext cx="1261652" cy="12359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TextBox 12">
            <a:extLst>
              <a:ext uri="{FF2B5EF4-FFF2-40B4-BE49-F238E27FC236}">
                <a16:creationId xmlns:a16="http://schemas.microsoft.com/office/drawing/2014/main" id="{24BE2C07-E637-41C5-88E6-157342F477B6}"/>
              </a:ext>
            </a:extLst>
          </p:cNvPr>
          <p:cNvSpPr txBox="1"/>
          <p:nvPr/>
        </p:nvSpPr>
        <p:spPr>
          <a:xfrm>
            <a:off x="6403186" y="2473854"/>
            <a:ext cx="12616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sz="3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$</a:t>
            </a:r>
            <a:r>
              <a:rPr lang="es-MX" sz="3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2,7</a:t>
            </a:r>
            <a:r>
              <a:rPr lang="en-BR" sz="3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6924963-8382-464D-8DBA-5E3476B1CB4D}"/>
              </a:ext>
            </a:extLst>
          </p:cNvPr>
          <p:cNvSpPr/>
          <p:nvPr/>
        </p:nvSpPr>
        <p:spPr>
          <a:xfrm>
            <a:off x="6400578" y="4386583"/>
            <a:ext cx="1261652" cy="12359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Box 12">
            <a:extLst>
              <a:ext uri="{FF2B5EF4-FFF2-40B4-BE49-F238E27FC236}">
                <a16:creationId xmlns:a16="http://schemas.microsoft.com/office/drawing/2014/main" id="{A72BC95B-8671-4698-A789-6EBDAB01C935}"/>
              </a:ext>
            </a:extLst>
          </p:cNvPr>
          <p:cNvSpPr txBox="1"/>
          <p:nvPr/>
        </p:nvSpPr>
        <p:spPr>
          <a:xfrm>
            <a:off x="6400578" y="4715428"/>
            <a:ext cx="12616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sz="3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$</a:t>
            </a:r>
            <a:r>
              <a:rPr lang="es-MX" sz="3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5,4</a:t>
            </a:r>
            <a:r>
              <a:rPr lang="en-BR" sz="3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</a:t>
            </a:r>
          </a:p>
        </p:txBody>
      </p:sp>
      <p:sp>
        <p:nvSpPr>
          <p:cNvPr id="34" name="Arrow: Pentagon 2">
            <a:extLst>
              <a:ext uri="{FF2B5EF4-FFF2-40B4-BE49-F238E27FC236}">
                <a16:creationId xmlns:a16="http://schemas.microsoft.com/office/drawing/2014/main" id="{168F8C0C-00E9-43E7-80A8-A9806AA0C0A0}"/>
              </a:ext>
            </a:extLst>
          </p:cNvPr>
          <p:cNvSpPr/>
          <p:nvPr/>
        </p:nvSpPr>
        <p:spPr>
          <a:xfrm>
            <a:off x="4795967" y="2252688"/>
            <a:ext cx="1261652" cy="1128271"/>
          </a:xfrm>
          <a:prstGeom prst="homePlate">
            <a:avLst>
              <a:gd name="adj" fmla="val 2345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Arrow: Pentagon 2">
            <a:extLst>
              <a:ext uri="{FF2B5EF4-FFF2-40B4-BE49-F238E27FC236}">
                <a16:creationId xmlns:a16="http://schemas.microsoft.com/office/drawing/2014/main" id="{B3F3470E-2102-48FC-93E5-A93C33EC90BC}"/>
              </a:ext>
            </a:extLst>
          </p:cNvPr>
          <p:cNvSpPr/>
          <p:nvPr/>
        </p:nvSpPr>
        <p:spPr>
          <a:xfrm>
            <a:off x="4795967" y="4494262"/>
            <a:ext cx="1261652" cy="1128271"/>
          </a:xfrm>
          <a:prstGeom prst="homePlate">
            <a:avLst>
              <a:gd name="adj" fmla="val 2345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A09F35CC-82BD-4768-BC93-882A76A43404}"/>
              </a:ext>
            </a:extLst>
          </p:cNvPr>
          <p:cNvSpPr txBox="1"/>
          <p:nvPr/>
        </p:nvSpPr>
        <p:spPr>
          <a:xfrm>
            <a:off x="4818202" y="2495786"/>
            <a:ext cx="11300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2024</a:t>
            </a:r>
            <a:endParaRPr lang="en-BR" sz="3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7" name="TextBox 12">
            <a:extLst>
              <a:ext uri="{FF2B5EF4-FFF2-40B4-BE49-F238E27FC236}">
                <a16:creationId xmlns:a16="http://schemas.microsoft.com/office/drawing/2014/main" id="{1608370B-8691-4D2C-9BF0-3D4DFF6E2595}"/>
              </a:ext>
            </a:extLst>
          </p:cNvPr>
          <p:cNvSpPr txBox="1"/>
          <p:nvPr/>
        </p:nvSpPr>
        <p:spPr>
          <a:xfrm>
            <a:off x="4821371" y="4690142"/>
            <a:ext cx="11300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2033</a:t>
            </a:r>
            <a:endParaRPr lang="en-BR" sz="3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8" name="Oval 31">
            <a:extLst>
              <a:ext uri="{FF2B5EF4-FFF2-40B4-BE49-F238E27FC236}">
                <a16:creationId xmlns:a16="http://schemas.microsoft.com/office/drawing/2014/main" id="{F2BABF91-D376-4B5A-9B59-E0FFEAAEFDC8}"/>
              </a:ext>
            </a:extLst>
          </p:cNvPr>
          <p:cNvSpPr/>
          <p:nvPr/>
        </p:nvSpPr>
        <p:spPr>
          <a:xfrm>
            <a:off x="10028220" y="2145009"/>
            <a:ext cx="1261652" cy="123595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D0E8CA24-64FA-4E3B-B6A1-81B4791F702E}"/>
              </a:ext>
            </a:extLst>
          </p:cNvPr>
          <p:cNvSpPr txBox="1"/>
          <p:nvPr/>
        </p:nvSpPr>
        <p:spPr>
          <a:xfrm>
            <a:off x="10028220" y="2473854"/>
            <a:ext cx="12616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sz="3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$</a:t>
            </a:r>
            <a:r>
              <a:rPr lang="es-MX" sz="3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5,5</a:t>
            </a:r>
            <a:r>
              <a:rPr lang="en-BR" sz="3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</a:t>
            </a:r>
          </a:p>
        </p:txBody>
      </p:sp>
      <p:sp>
        <p:nvSpPr>
          <p:cNvPr id="40" name="Oval 31">
            <a:extLst>
              <a:ext uri="{FF2B5EF4-FFF2-40B4-BE49-F238E27FC236}">
                <a16:creationId xmlns:a16="http://schemas.microsoft.com/office/drawing/2014/main" id="{9AC637EC-B57D-44CA-8A08-79880C5B1312}"/>
              </a:ext>
            </a:extLst>
          </p:cNvPr>
          <p:cNvSpPr/>
          <p:nvPr/>
        </p:nvSpPr>
        <p:spPr>
          <a:xfrm>
            <a:off x="10025612" y="4386583"/>
            <a:ext cx="1261652" cy="123595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" name="TextBox 12">
            <a:extLst>
              <a:ext uri="{FF2B5EF4-FFF2-40B4-BE49-F238E27FC236}">
                <a16:creationId xmlns:a16="http://schemas.microsoft.com/office/drawing/2014/main" id="{234FE8C6-58FF-4ED8-BE1C-F117B58CE1D3}"/>
              </a:ext>
            </a:extLst>
          </p:cNvPr>
          <p:cNvSpPr txBox="1"/>
          <p:nvPr/>
        </p:nvSpPr>
        <p:spPr>
          <a:xfrm>
            <a:off x="10025612" y="4715428"/>
            <a:ext cx="12616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sz="3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$</a:t>
            </a:r>
            <a:r>
              <a:rPr lang="es-MX" sz="3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8,5</a:t>
            </a:r>
            <a:r>
              <a:rPr lang="en-BR" sz="3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</a:t>
            </a:r>
          </a:p>
        </p:txBody>
      </p:sp>
      <p:sp>
        <p:nvSpPr>
          <p:cNvPr id="42" name="Arrow: Pentagon 2">
            <a:extLst>
              <a:ext uri="{FF2B5EF4-FFF2-40B4-BE49-F238E27FC236}">
                <a16:creationId xmlns:a16="http://schemas.microsoft.com/office/drawing/2014/main" id="{F45F641E-D243-4B29-AD1F-3CB0FED5796F}"/>
              </a:ext>
            </a:extLst>
          </p:cNvPr>
          <p:cNvSpPr/>
          <p:nvPr/>
        </p:nvSpPr>
        <p:spPr>
          <a:xfrm>
            <a:off x="8421001" y="2252688"/>
            <a:ext cx="1261652" cy="1128271"/>
          </a:xfrm>
          <a:prstGeom prst="homePlate">
            <a:avLst>
              <a:gd name="adj" fmla="val 23456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Arrow: Pentagon 2">
            <a:extLst>
              <a:ext uri="{FF2B5EF4-FFF2-40B4-BE49-F238E27FC236}">
                <a16:creationId xmlns:a16="http://schemas.microsoft.com/office/drawing/2014/main" id="{A385AF16-A710-433A-80D3-A639CFE94935}"/>
              </a:ext>
            </a:extLst>
          </p:cNvPr>
          <p:cNvSpPr/>
          <p:nvPr/>
        </p:nvSpPr>
        <p:spPr>
          <a:xfrm>
            <a:off x="8421001" y="4494262"/>
            <a:ext cx="1261652" cy="1128271"/>
          </a:xfrm>
          <a:prstGeom prst="homePlate">
            <a:avLst>
              <a:gd name="adj" fmla="val 23456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12">
            <a:extLst>
              <a:ext uri="{FF2B5EF4-FFF2-40B4-BE49-F238E27FC236}">
                <a16:creationId xmlns:a16="http://schemas.microsoft.com/office/drawing/2014/main" id="{C9046339-E067-4F48-9A86-0094E42F469B}"/>
              </a:ext>
            </a:extLst>
          </p:cNvPr>
          <p:cNvSpPr txBox="1"/>
          <p:nvPr/>
        </p:nvSpPr>
        <p:spPr>
          <a:xfrm>
            <a:off x="8443236" y="2495786"/>
            <a:ext cx="11300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2023</a:t>
            </a:r>
            <a:endParaRPr lang="en-BR" sz="3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" name="TextBox 12">
            <a:extLst>
              <a:ext uri="{FF2B5EF4-FFF2-40B4-BE49-F238E27FC236}">
                <a16:creationId xmlns:a16="http://schemas.microsoft.com/office/drawing/2014/main" id="{A11B4779-4E0D-46B1-B21C-AFDDEE24A74F}"/>
              </a:ext>
            </a:extLst>
          </p:cNvPr>
          <p:cNvSpPr txBox="1"/>
          <p:nvPr/>
        </p:nvSpPr>
        <p:spPr>
          <a:xfrm>
            <a:off x="8446405" y="4690142"/>
            <a:ext cx="11300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2032</a:t>
            </a:r>
            <a:endParaRPr lang="en-BR" sz="3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Rectangle: Rounded Corners 23">
            <a:extLst>
              <a:ext uri="{FF2B5EF4-FFF2-40B4-BE49-F238E27FC236}">
                <a16:creationId xmlns:a16="http://schemas.microsoft.com/office/drawing/2014/main" id="{770A5BA3-F531-4989-B9DE-E5484766EE76}"/>
              </a:ext>
            </a:extLst>
          </p:cNvPr>
          <p:cNvSpPr/>
          <p:nvPr/>
        </p:nvSpPr>
        <p:spPr>
          <a:xfrm>
            <a:off x="1297445" y="3633549"/>
            <a:ext cx="2087444" cy="494625"/>
          </a:xfrm>
          <a:prstGeom prst="roundRect">
            <a:avLst>
              <a:gd name="adj" fmla="val 13935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47" name="TextBox 31">
            <a:extLst>
              <a:ext uri="{FF2B5EF4-FFF2-40B4-BE49-F238E27FC236}">
                <a16:creationId xmlns:a16="http://schemas.microsoft.com/office/drawing/2014/main" id="{C9688E32-2239-4689-9A79-11247B897199}"/>
              </a:ext>
            </a:extLst>
          </p:cNvPr>
          <p:cNvSpPr txBox="1"/>
          <p:nvPr/>
        </p:nvSpPr>
        <p:spPr>
          <a:xfrm>
            <a:off x="1343447" y="3742361"/>
            <a:ext cx="1995440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CAGR 8,10 %</a:t>
            </a:r>
          </a:p>
        </p:txBody>
      </p:sp>
      <p:sp>
        <p:nvSpPr>
          <p:cNvPr id="48" name="Rectangle: Rounded Corners 23">
            <a:extLst>
              <a:ext uri="{FF2B5EF4-FFF2-40B4-BE49-F238E27FC236}">
                <a16:creationId xmlns:a16="http://schemas.microsoft.com/office/drawing/2014/main" id="{A5B473CC-4814-42B4-AC72-752128AEA5DC}"/>
              </a:ext>
            </a:extLst>
          </p:cNvPr>
          <p:cNvSpPr/>
          <p:nvPr/>
        </p:nvSpPr>
        <p:spPr>
          <a:xfrm>
            <a:off x="5110162" y="3635566"/>
            <a:ext cx="2087444" cy="494625"/>
          </a:xfrm>
          <a:prstGeom prst="roundRect">
            <a:avLst>
              <a:gd name="adj" fmla="val 1393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49" name="TextBox 31">
            <a:extLst>
              <a:ext uri="{FF2B5EF4-FFF2-40B4-BE49-F238E27FC236}">
                <a16:creationId xmlns:a16="http://schemas.microsoft.com/office/drawing/2014/main" id="{E2420891-6F11-4383-9B13-5F6368F0C150}"/>
              </a:ext>
            </a:extLst>
          </p:cNvPr>
          <p:cNvSpPr txBox="1"/>
          <p:nvPr/>
        </p:nvSpPr>
        <p:spPr>
          <a:xfrm>
            <a:off x="5156164" y="3744378"/>
            <a:ext cx="1995440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CAGR 7,89 %</a:t>
            </a:r>
          </a:p>
        </p:txBody>
      </p:sp>
      <p:sp>
        <p:nvSpPr>
          <p:cNvPr id="51" name="TextBox 31">
            <a:extLst>
              <a:ext uri="{FF2B5EF4-FFF2-40B4-BE49-F238E27FC236}">
                <a16:creationId xmlns:a16="http://schemas.microsoft.com/office/drawing/2014/main" id="{F55D1C03-5BF3-4FE4-ADD5-BFFC37ECCFEE}"/>
              </a:ext>
            </a:extLst>
          </p:cNvPr>
          <p:cNvSpPr txBox="1"/>
          <p:nvPr/>
        </p:nvSpPr>
        <p:spPr>
          <a:xfrm>
            <a:off x="8904121" y="3739586"/>
            <a:ext cx="1995440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CAGR 8,10 %</a:t>
            </a:r>
          </a:p>
        </p:txBody>
      </p:sp>
    </p:spTree>
    <p:extLst>
      <p:ext uri="{BB962C8B-B14F-4D97-AF65-F5344CB8AC3E}">
        <p14:creationId xmlns:p14="http://schemas.microsoft.com/office/powerpoint/2010/main" val="160166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831F1A-CC8C-483D-B53C-2BCEB64B8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621" y="1805652"/>
            <a:ext cx="11563108" cy="2758018"/>
          </a:xfrm>
        </p:spPr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AR" b="1" dirty="0">
                <a:solidFill>
                  <a:srgbClr val="002060"/>
                </a:solidFill>
                <a:latin typeface="Raleway" panose="020B0604020202020204" pitchFamily="2" charset="0"/>
              </a:rPr>
              <a:t>2</a:t>
            </a:r>
            <a:r>
              <a:rPr lang="es-AR" b="1" i="0" u="none" strike="noStrike" dirty="0">
                <a:solidFill>
                  <a:srgbClr val="002060"/>
                </a:solidFill>
                <a:effectLst/>
                <a:latin typeface="Raleway" panose="020B0604020202020204" pitchFamily="2" charset="0"/>
              </a:rPr>
              <a:t>. De las ciudades al comercio: adaptando la filosofía amigable con la edad</a:t>
            </a:r>
            <a:endParaRPr lang="es-AR" dirty="0">
              <a:solidFill>
                <a:srgbClr val="002060"/>
              </a:solidFill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821A463-887F-44AD-B53F-05A10A90E77B}"/>
              </a:ext>
            </a:extLst>
          </p:cNvPr>
          <p:cNvSpPr txBox="1">
            <a:spLocks/>
          </p:cNvSpPr>
          <p:nvPr/>
        </p:nvSpPr>
        <p:spPr>
          <a:xfrm>
            <a:off x="9883241" y="1"/>
            <a:ext cx="2237381" cy="457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AR" sz="2000" b="1" dirty="0">
                <a:solidFill>
                  <a:srgbClr val="002060"/>
                </a:solidFill>
                <a:latin typeface="Raleway" panose="020B0604020202020204" pitchFamily="2" charset="0"/>
              </a:rPr>
              <a:t>Silver Standard</a:t>
            </a:r>
            <a:endParaRPr lang="es-AR" sz="2000" dirty="0">
              <a:solidFill>
                <a:srgbClr val="002060"/>
              </a:solidFill>
            </a:endParaRPr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40FBB8A6-A79D-45E3-ABC7-A34B784D2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875" y="-504238"/>
            <a:ext cx="1761281" cy="176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656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3376055-55FE-412B-65E9-9C0166160F17}"/>
              </a:ext>
            </a:extLst>
          </p:cNvPr>
          <p:cNvSpPr/>
          <p:nvPr/>
        </p:nvSpPr>
        <p:spPr>
          <a:xfrm>
            <a:off x="3683885" y="2678396"/>
            <a:ext cx="2724470" cy="2359422"/>
          </a:xfrm>
          <a:custGeom>
            <a:avLst/>
            <a:gdLst>
              <a:gd name="connsiteX0" fmla="*/ 2147452 w 2863388"/>
              <a:gd name="connsiteY0" fmla="*/ 0 h 2479727"/>
              <a:gd name="connsiteX1" fmla="*/ 715817 w 2863388"/>
              <a:gd name="connsiteY1" fmla="*/ 0 h 2479727"/>
              <a:gd name="connsiteX2" fmla="*/ 0 w 2863388"/>
              <a:gd name="connsiteY2" fmla="*/ 1239804 h 2479727"/>
              <a:gd name="connsiteX3" fmla="*/ 715817 w 2863388"/>
              <a:gd name="connsiteY3" fmla="*/ 2479728 h 2479727"/>
              <a:gd name="connsiteX4" fmla="*/ 2147452 w 2863388"/>
              <a:gd name="connsiteY4" fmla="*/ 2479728 h 2479727"/>
              <a:gd name="connsiteX5" fmla="*/ 2863389 w 2863388"/>
              <a:gd name="connsiteY5" fmla="*/ 1239804 h 2479727"/>
              <a:gd name="connsiteX6" fmla="*/ 2147452 w 2863388"/>
              <a:gd name="connsiteY6" fmla="*/ 0 h 2479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3388" h="2479727">
                <a:moveTo>
                  <a:pt x="2147452" y="0"/>
                </a:moveTo>
                <a:lnTo>
                  <a:pt x="715817" y="0"/>
                </a:lnTo>
                <a:lnTo>
                  <a:pt x="0" y="1239804"/>
                </a:lnTo>
                <a:lnTo>
                  <a:pt x="715817" y="2479728"/>
                </a:lnTo>
                <a:lnTo>
                  <a:pt x="2147452" y="2479728"/>
                </a:lnTo>
                <a:lnTo>
                  <a:pt x="2863389" y="1239804"/>
                </a:lnTo>
                <a:lnTo>
                  <a:pt x="2147452" y="0"/>
                </a:lnTo>
                <a:close/>
              </a:path>
            </a:pathLst>
          </a:custGeom>
          <a:gradFill>
            <a:gsLst>
              <a:gs pos="0">
                <a:schemeClr val="accent4">
                  <a:lumMod val="75000"/>
                </a:schemeClr>
              </a:gs>
              <a:gs pos="100000">
                <a:schemeClr val="accent4"/>
              </a:gs>
            </a:gsLst>
            <a:lin ang="16200000" scaled="1"/>
          </a:gradFill>
          <a:ln w="1191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CBBA946-F3B2-E57F-478F-BBDF0E578D52}"/>
              </a:ext>
            </a:extLst>
          </p:cNvPr>
          <p:cNvSpPr/>
          <p:nvPr/>
        </p:nvSpPr>
        <p:spPr>
          <a:xfrm>
            <a:off x="5783645" y="1462896"/>
            <a:ext cx="2724470" cy="2359422"/>
          </a:xfrm>
          <a:custGeom>
            <a:avLst/>
            <a:gdLst>
              <a:gd name="connsiteX0" fmla="*/ 715937 w 2863388"/>
              <a:gd name="connsiteY0" fmla="*/ 0 h 2479727"/>
              <a:gd name="connsiteX1" fmla="*/ 2147572 w 2863388"/>
              <a:gd name="connsiteY1" fmla="*/ 0 h 2479727"/>
              <a:gd name="connsiteX2" fmla="*/ 2863389 w 2863388"/>
              <a:gd name="connsiteY2" fmla="*/ 1239924 h 2479727"/>
              <a:gd name="connsiteX3" fmla="*/ 2147572 w 2863388"/>
              <a:gd name="connsiteY3" fmla="*/ 2479728 h 2479727"/>
              <a:gd name="connsiteX4" fmla="*/ 715937 w 2863388"/>
              <a:gd name="connsiteY4" fmla="*/ 2479728 h 2479727"/>
              <a:gd name="connsiteX5" fmla="*/ 0 w 2863388"/>
              <a:gd name="connsiteY5" fmla="*/ 1239924 h 2479727"/>
              <a:gd name="connsiteX6" fmla="*/ 715937 w 2863388"/>
              <a:gd name="connsiteY6" fmla="*/ 0 h 2479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3388" h="2479727">
                <a:moveTo>
                  <a:pt x="715937" y="0"/>
                </a:moveTo>
                <a:lnTo>
                  <a:pt x="2147572" y="0"/>
                </a:lnTo>
                <a:lnTo>
                  <a:pt x="2863389" y="1239924"/>
                </a:lnTo>
                <a:lnTo>
                  <a:pt x="2147572" y="2479728"/>
                </a:lnTo>
                <a:lnTo>
                  <a:pt x="715937" y="2479728"/>
                </a:lnTo>
                <a:lnTo>
                  <a:pt x="0" y="1239924"/>
                </a:lnTo>
                <a:lnTo>
                  <a:pt x="715937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16200000" scaled="1"/>
          </a:gradFill>
          <a:ln w="1191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194C910-DF3A-D00E-1F01-74BDF1BEBDD1}"/>
              </a:ext>
            </a:extLst>
          </p:cNvPr>
          <p:cNvSpPr/>
          <p:nvPr/>
        </p:nvSpPr>
        <p:spPr>
          <a:xfrm>
            <a:off x="5783645" y="3893784"/>
            <a:ext cx="2724470" cy="2359422"/>
          </a:xfrm>
          <a:custGeom>
            <a:avLst/>
            <a:gdLst>
              <a:gd name="connsiteX0" fmla="*/ 715937 w 2863388"/>
              <a:gd name="connsiteY0" fmla="*/ 0 h 2479727"/>
              <a:gd name="connsiteX1" fmla="*/ 2147572 w 2863388"/>
              <a:gd name="connsiteY1" fmla="*/ 0 h 2479727"/>
              <a:gd name="connsiteX2" fmla="*/ 2863389 w 2863388"/>
              <a:gd name="connsiteY2" fmla="*/ 1239804 h 2479727"/>
              <a:gd name="connsiteX3" fmla="*/ 2147572 w 2863388"/>
              <a:gd name="connsiteY3" fmla="*/ 2479728 h 2479727"/>
              <a:gd name="connsiteX4" fmla="*/ 715937 w 2863388"/>
              <a:gd name="connsiteY4" fmla="*/ 2479728 h 2479727"/>
              <a:gd name="connsiteX5" fmla="*/ 0 w 2863388"/>
              <a:gd name="connsiteY5" fmla="*/ 1239804 h 2479727"/>
              <a:gd name="connsiteX6" fmla="*/ 715937 w 2863388"/>
              <a:gd name="connsiteY6" fmla="*/ 0 h 2479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3388" h="2479727">
                <a:moveTo>
                  <a:pt x="715937" y="0"/>
                </a:moveTo>
                <a:lnTo>
                  <a:pt x="2147572" y="0"/>
                </a:lnTo>
                <a:lnTo>
                  <a:pt x="2863389" y="1239804"/>
                </a:lnTo>
                <a:lnTo>
                  <a:pt x="2147572" y="2479728"/>
                </a:lnTo>
                <a:lnTo>
                  <a:pt x="715937" y="2479728"/>
                </a:lnTo>
                <a:lnTo>
                  <a:pt x="0" y="1239804"/>
                </a:lnTo>
                <a:lnTo>
                  <a:pt x="715937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75000"/>
                </a:schemeClr>
              </a:gs>
              <a:gs pos="100000">
                <a:schemeClr val="accent5"/>
              </a:gs>
            </a:gsLst>
            <a:lin ang="16200000" scaled="1"/>
          </a:gradFill>
          <a:ln w="1191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AB387D-2E87-92C1-FF91-B973B5F5C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880" y="365125"/>
            <a:ext cx="9744919" cy="1325563"/>
          </a:xfrm>
        </p:spPr>
        <p:txBody>
          <a:bodyPr>
            <a:normAutofit/>
          </a:bodyPr>
          <a:lstStyle/>
          <a:p>
            <a:r>
              <a:rPr lang="es-MX" sz="2500" b="1" dirty="0">
                <a:solidFill>
                  <a:srgbClr val="1B1C1D"/>
                </a:solidFill>
                <a:latin typeface="Raleway" pitchFamily="2" charset="0"/>
              </a:rPr>
              <a:t>2</a:t>
            </a:r>
            <a:r>
              <a:rPr lang="es-MX" sz="2500" b="1" i="0" u="none" strike="noStrike" dirty="0">
                <a:solidFill>
                  <a:srgbClr val="1B1C1D"/>
                </a:solidFill>
                <a:effectLst/>
                <a:latin typeface="Raleway" pitchFamily="2" charset="0"/>
              </a:rPr>
              <a:t>. De las Ciudades al Comercio: Adaptando la Filosofía "Amigable con la Edad" para los Negocios</a:t>
            </a:r>
            <a:endParaRPr lang="en-IN" sz="2500" dirty="0">
              <a:latin typeface="Raleway" pitchFamily="2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3C221D3-13F6-F34D-5030-EFA718B22469}"/>
              </a:ext>
            </a:extLst>
          </p:cNvPr>
          <p:cNvGrpSpPr/>
          <p:nvPr/>
        </p:nvGrpSpPr>
        <p:grpSpPr>
          <a:xfrm>
            <a:off x="6104187" y="4279365"/>
            <a:ext cx="5138268" cy="1825667"/>
            <a:chOff x="6102599" y="4279364"/>
            <a:chExt cx="5138268" cy="1825667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1BFC488-FF31-32FC-9639-6813421C1427}"/>
                </a:ext>
              </a:extLst>
            </p:cNvPr>
            <p:cNvSpPr/>
            <p:nvPr/>
          </p:nvSpPr>
          <p:spPr>
            <a:xfrm>
              <a:off x="6102599" y="4419615"/>
              <a:ext cx="4953211" cy="1685416"/>
            </a:xfrm>
            <a:custGeom>
              <a:avLst/>
              <a:gdLst>
                <a:gd name="connsiteX0" fmla="*/ 481901 w 5205771"/>
                <a:gd name="connsiteY0" fmla="*/ 0 h 1669127"/>
                <a:gd name="connsiteX1" fmla="*/ 4723871 w 5205771"/>
                <a:gd name="connsiteY1" fmla="*/ 0 h 1669127"/>
                <a:gd name="connsiteX2" fmla="*/ 5205771 w 5205771"/>
                <a:gd name="connsiteY2" fmla="*/ 834564 h 1669127"/>
                <a:gd name="connsiteX3" fmla="*/ 4723871 w 5205771"/>
                <a:gd name="connsiteY3" fmla="*/ 1669128 h 1669127"/>
                <a:gd name="connsiteX4" fmla="*/ 481901 w 5205771"/>
                <a:gd name="connsiteY4" fmla="*/ 1669128 h 1669127"/>
                <a:gd name="connsiteX5" fmla="*/ 0 w 5205771"/>
                <a:gd name="connsiteY5" fmla="*/ 834564 h 1669127"/>
                <a:gd name="connsiteX6" fmla="*/ 481901 w 5205771"/>
                <a:gd name="connsiteY6" fmla="*/ 0 h 1669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05771" h="1669127">
                  <a:moveTo>
                    <a:pt x="481901" y="0"/>
                  </a:moveTo>
                  <a:lnTo>
                    <a:pt x="4723871" y="0"/>
                  </a:lnTo>
                  <a:lnTo>
                    <a:pt x="5205771" y="834564"/>
                  </a:lnTo>
                  <a:lnTo>
                    <a:pt x="4723871" y="1669128"/>
                  </a:lnTo>
                  <a:lnTo>
                    <a:pt x="481901" y="1669128"/>
                  </a:lnTo>
                  <a:lnTo>
                    <a:pt x="0" y="834564"/>
                  </a:lnTo>
                  <a:lnTo>
                    <a:pt x="481901" y="0"/>
                  </a:lnTo>
                  <a:close/>
                </a:path>
              </a:pathLst>
            </a:custGeom>
            <a:solidFill>
              <a:schemeClr val="tx1"/>
            </a:solidFill>
            <a:ln w="11919" cap="flat">
              <a:noFill/>
              <a:prstDash val="solid"/>
              <a:miter/>
            </a:ln>
            <a:effectLst>
              <a:softEdge rad="444500"/>
            </a:effectLst>
          </p:spPr>
          <p:txBody>
            <a:bodyPr rtlCol="0" anchor="ctr"/>
            <a:lstStyle/>
            <a:p>
              <a:endParaRPr lang="en-IN">
                <a:latin typeface="Raleway" pitchFamily="2" charset="0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9AAC97A-D4A1-1041-71D0-067BA3E4BE11}"/>
                </a:ext>
              </a:extLst>
            </p:cNvPr>
            <p:cNvGrpSpPr/>
            <p:nvPr/>
          </p:nvGrpSpPr>
          <p:grpSpPr>
            <a:xfrm>
              <a:off x="6287656" y="4279364"/>
              <a:ext cx="4953211" cy="1588148"/>
              <a:chOff x="6287656" y="4279364"/>
              <a:chExt cx="4953211" cy="1588148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86169BC-9CB5-466B-4202-BAF205EAA8E4}"/>
                  </a:ext>
                </a:extLst>
              </p:cNvPr>
              <p:cNvSpPr/>
              <p:nvPr/>
            </p:nvSpPr>
            <p:spPr>
              <a:xfrm>
                <a:off x="6287656" y="4279364"/>
                <a:ext cx="4953211" cy="1588148"/>
              </a:xfrm>
              <a:custGeom>
                <a:avLst/>
                <a:gdLst>
                  <a:gd name="connsiteX0" fmla="*/ 481901 w 5205771"/>
                  <a:gd name="connsiteY0" fmla="*/ 0 h 1669127"/>
                  <a:gd name="connsiteX1" fmla="*/ 4723871 w 5205771"/>
                  <a:gd name="connsiteY1" fmla="*/ 0 h 1669127"/>
                  <a:gd name="connsiteX2" fmla="*/ 5205771 w 5205771"/>
                  <a:gd name="connsiteY2" fmla="*/ 834564 h 1669127"/>
                  <a:gd name="connsiteX3" fmla="*/ 4723871 w 5205771"/>
                  <a:gd name="connsiteY3" fmla="*/ 1669128 h 1669127"/>
                  <a:gd name="connsiteX4" fmla="*/ 481901 w 5205771"/>
                  <a:gd name="connsiteY4" fmla="*/ 1669128 h 1669127"/>
                  <a:gd name="connsiteX5" fmla="*/ 0 w 5205771"/>
                  <a:gd name="connsiteY5" fmla="*/ 834564 h 1669127"/>
                  <a:gd name="connsiteX6" fmla="*/ 481901 w 5205771"/>
                  <a:gd name="connsiteY6" fmla="*/ 0 h 1669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205771" h="1669127">
                    <a:moveTo>
                      <a:pt x="481901" y="0"/>
                    </a:moveTo>
                    <a:lnTo>
                      <a:pt x="4723871" y="0"/>
                    </a:lnTo>
                    <a:lnTo>
                      <a:pt x="5205771" y="834564"/>
                    </a:lnTo>
                    <a:lnTo>
                      <a:pt x="4723871" y="1669128"/>
                    </a:lnTo>
                    <a:lnTo>
                      <a:pt x="481901" y="1669128"/>
                    </a:lnTo>
                    <a:lnTo>
                      <a:pt x="0" y="834564"/>
                    </a:lnTo>
                    <a:lnTo>
                      <a:pt x="48190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100000">
                    <a:schemeClr val="bg1">
                      <a:lumMod val="95000"/>
                    </a:schemeClr>
                  </a:gs>
                </a:gsLst>
                <a:lin ang="0" scaled="1"/>
              </a:gradFill>
              <a:ln w="119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Raleway" pitchFamily="2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B903497-ED4F-823C-42CB-8EDB73A7BEB0}"/>
                  </a:ext>
                </a:extLst>
              </p:cNvPr>
              <p:cNvSpPr txBox="1"/>
              <p:nvPr/>
            </p:nvSpPr>
            <p:spPr>
              <a:xfrm>
                <a:off x="8104423" y="4516882"/>
                <a:ext cx="2495908" cy="10505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s-MX" sz="1600" b="1" i="0" u="none" strike="noStrike" dirty="0">
                    <a:solidFill>
                      <a:srgbClr val="1B1C1D"/>
                    </a:solidFill>
                    <a:effectLst/>
                    <a:latin typeface="Raleway" pitchFamily="2" charset="0"/>
                  </a:rPr>
                  <a:t>La Metodología del Cambio: Un Proceso de Cuatro Pasos</a:t>
                </a:r>
                <a:endParaRPr lang="en-IN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Raleway" pitchFamily="2" charset="0"/>
                  <a:ea typeface="Segoe UI Black" panose="020B0A02040204020203" pitchFamily="34" charset="0"/>
                </a:endParaRPr>
              </a:p>
            </p:txBody>
          </p:sp>
          <p:pic>
            <p:nvPicPr>
              <p:cNvPr id="27" name="Graphic 26" descr="Bank outline">
                <a:extLst>
                  <a:ext uri="{FF2B5EF4-FFF2-40B4-BE49-F238E27FC236}">
                    <a16:creationId xmlns:a16="http://schemas.microsoft.com/office/drawing/2014/main" id="{AB2A45ED-439B-11E4-D1D9-A8CD6CDA71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873867" y="4695004"/>
                <a:ext cx="756868" cy="756868"/>
              </a:xfrm>
              <a:prstGeom prst="rect">
                <a:avLst/>
              </a:prstGeom>
            </p:spPr>
          </p:pic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76DF98B-D7F2-56AE-D18B-FAC8E23999CC}"/>
              </a:ext>
            </a:extLst>
          </p:cNvPr>
          <p:cNvGrpSpPr/>
          <p:nvPr/>
        </p:nvGrpSpPr>
        <p:grpSpPr>
          <a:xfrm>
            <a:off x="764488" y="3063978"/>
            <a:ext cx="5138268" cy="1825667"/>
            <a:chOff x="762900" y="3063977"/>
            <a:chExt cx="5138268" cy="1825667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2215B71-9FB4-ABF7-3F21-F43E6B482D18}"/>
                </a:ext>
              </a:extLst>
            </p:cNvPr>
            <p:cNvSpPr/>
            <p:nvPr/>
          </p:nvSpPr>
          <p:spPr>
            <a:xfrm>
              <a:off x="762900" y="3204228"/>
              <a:ext cx="4953211" cy="1685416"/>
            </a:xfrm>
            <a:custGeom>
              <a:avLst/>
              <a:gdLst>
                <a:gd name="connsiteX0" fmla="*/ 4723871 w 5205771"/>
                <a:gd name="connsiteY0" fmla="*/ 0 h 1669127"/>
                <a:gd name="connsiteX1" fmla="*/ 481782 w 5205771"/>
                <a:gd name="connsiteY1" fmla="*/ 0 h 1669127"/>
                <a:gd name="connsiteX2" fmla="*/ 0 w 5205771"/>
                <a:gd name="connsiteY2" fmla="*/ 834564 h 1669127"/>
                <a:gd name="connsiteX3" fmla="*/ 481782 w 5205771"/>
                <a:gd name="connsiteY3" fmla="*/ 1669128 h 1669127"/>
                <a:gd name="connsiteX4" fmla="*/ 4723871 w 5205771"/>
                <a:gd name="connsiteY4" fmla="*/ 1669128 h 1669127"/>
                <a:gd name="connsiteX5" fmla="*/ 5205772 w 5205771"/>
                <a:gd name="connsiteY5" fmla="*/ 834564 h 1669127"/>
                <a:gd name="connsiteX6" fmla="*/ 4723871 w 5205771"/>
                <a:gd name="connsiteY6" fmla="*/ 0 h 1669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05771" h="1669127">
                  <a:moveTo>
                    <a:pt x="4723871" y="0"/>
                  </a:moveTo>
                  <a:lnTo>
                    <a:pt x="481782" y="0"/>
                  </a:lnTo>
                  <a:lnTo>
                    <a:pt x="0" y="834564"/>
                  </a:lnTo>
                  <a:lnTo>
                    <a:pt x="481782" y="1669128"/>
                  </a:lnTo>
                  <a:lnTo>
                    <a:pt x="4723871" y="1669128"/>
                  </a:lnTo>
                  <a:lnTo>
                    <a:pt x="5205772" y="834564"/>
                  </a:lnTo>
                  <a:lnTo>
                    <a:pt x="4723871" y="0"/>
                  </a:lnTo>
                  <a:close/>
                </a:path>
              </a:pathLst>
            </a:custGeom>
            <a:solidFill>
              <a:schemeClr val="tx1"/>
            </a:solidFill>
            <a:ln w="11919" cap="flat">
              <a:noFill/>
              <a:prstDash val="solid"/>
              <a:miter/>
            </a:ln>
            <a:effectLst>
              <a:softEdge rad="444500"/>
            </a:effectLst>
          </p:spPr>
          <p:txBody>
            <a:bodyPr rtlCol="0" anchor="ctr"/>
            <a:lstStyle/>
            <a:p>
              <a:endParaRPr lang="en-IN">
                <a:latin typeface="Raleway" pitchFamily="2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5B488C9-B71E-BF57-F43D-43FB341A9510}"/>
                </a:ext>
              </a:extLst>
            </p:cNvPr>
            <p:cNvSpPr/>
            <p:nvPr/>
          </p:nvSpPr>
          <p:spPr>
            <a:xfrm>
              <a:off x="947957" y="3063977"/>
              <a:ext cx="4953211" cy="1588148"/>
            </a:xfrm>
            <a:custGeom>
              <a:avLst/>
              <a:gdLst>
                <a:gd name="connsiteX0" fmla="*/ 4723871 w 5205771"/>
                <a:gd name="connsiteY0" fmla="*/ 0 h 1669127"/>
                <a:gd name="connsiteX1" fmla="*/ 481782 w 5205771"/>
                <a:gd name="connsiteY1" fmla="*/ 0 h 1669127"/>
                <a:gd name="connsiteX2" fmla="*/ 0 w 5205771"/>
                <a:gd name="connsiteY2" fmla="*/ 834564 h 1669127"/>
                <a:gd name="connsiteX3" fmla="*/ 481782 w 5205771"/>
                <a:gd name="connsiteY3" fmla="*/ 1669128 h 1669127"/>
                <a:gd name="connsiteX4" fmla="*/ 4723871 w 5205771"/>
                <a:gd name="connsiteY4" fmla="*/ 1669128 h 1669127"/>
                <a:gd name="connsiteX5" fmla="*/ 5205772 w 5205771"/>
                <a:gd name="connsiteY5" fmla="*/ 834564 h 1669127"/>
                <a:gd name="connsiteX6" fmla="*/ 4723871 w 5205771"/>
                <a:gd name="connsiteY6" fmla="*/ 0 h 1669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05771" h="1669127">
                  <a:moveTo>
                    <a:pt x="4723871" y="0"/>
                  </a:moveTo>
                  <a:lnTo>
                    <a:pt x="481782" y="0"/>
                  </a:lnTo>
                  <a:lnTo>
                    <a:pt x="0" y="834564"/>
                  </a:lnTo>
                  <a:lnTo>
                    <a:pt x="481782" y="1669128"/>
                  </a:lnTo>
                  <a:lnTo>
                    <a:pt x="4723871" y="1669128"/>
                  </a:lnTo>
                  <a:lnTo>
                    <a:pt x="5205772" y="834564"/>
                  </a:lnTo>
                  <a:lnTo>
                    <a:pt x="4723871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10800000" scaled="1"/>
              <a:tileRect/>
            </a:gradFill>
            <a:ln w="119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Raleway" pitchFamily="2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3350A8D-9C8D-6877-F67A-4D92B29B0353}"/>
                </a:ext>
              </a:extLst>
            </p:cNvPr>
            <p:cNvSpPr txBox="1"/>
            <p:nvPr/>
          </p:nvSpPr>
          <p:spPr>
            <a:xfrm>
              <a:off x="1705980" y="3107687"/>
              <a:ext cx="2495908" cy="140919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r"/>
              <a:r>
                <a:rPr lang="es-MX" sz="1600" b="1" i="0" u="none" strike="noStrike" dirty="0">
                  <a:solidFill>
                    <a:srgbClr val="1B1C1D"/>
                  </a:solidFill>
                  <a:effectLst/>
                  <a:latin typeface="Raleway" pitchFamily="2" charset="0"/>
                </a:rPr>
                <a:t> El Marco de "Ciudades Amigables con las Personas Mayores" de la OMS: Un Estándar Global</a:t>
              </a:r>
              <a:endPara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Raleway" pitchFamily="2" charset="0"/>
                <a:ea typeface="Segoe UI Black" panose="020B0A02040204020203" pitchFamily="34" charset="0"/>
              </a:endParaRPr>
            </a:p>
          </p:txBody>
        </p:sp>
        <p:pic>
          <p:nvPicPr>
            <p:cNvPr id="29" name="Graphic 28" descr="Gears outline">
              <a:extLst>
                <a:ext uri="{FF2B5EF4-FFF2-40B4-BE49-F238E27FC236}">
                  <a16:creationId xmlns:a16="http://schemas.microsoft.com/office/drawing/2014/main" id="{4B73FE0E-1DF0-11B1-163B-7A80CF32BA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556650" y="3479617"/>
              <a:ext cx="756868" cy="756868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7F430EC-ECD2-7C8D-BA48-E521C43BAA8F}"/>
              </a:ext>
            </a:extLst>
          </p:cNvPr>
          <p:cNvGrpSpPr/>
          <p:nvPr/>
        </p:nvGrpSpPr>
        <p:grpSpPr>
          <a:xfrm>
            <a:off x="6104187" y="1848590"/>
            <a:ext cx="5138268" cy="1825667"/>
            <a:chOff x="6102599" y="1848589"/>
            <a:chExt cx="5138268" cy="18256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C93AB23-A1B5-E974-00AB-47D1331715DD}"/>
                </a:ext>
              </a:extLst>
            </p:cNvPr>
            <p:cNvSpPr/>
            <p:nvPr/>
          </p:nvSpPr>
          <p:spPr>
            <a:xfrm>
              <a:off x="6102599" y="1988840"/>
              <a:ext cx="4953211" cy="1685416"/>
            </a:xfrm>
            <a:custGeom>
              <a:avLst/>
              <a:gdLst>
                <a:gd name="connsiteX0" fmla="*/ 481901 w 5205771"/>
                <a:gd name="connsiteY0" fmla="*/ 0 h 1669127"/>
                <a:gd name="connsiteX1" fmla="*/ 4723871 w 5205771"/>
                <a:gd name="connsiteY1" fmla="*/ 0 h 1669127"/>
                <a:gd name="connsiteX2" fmla="*/ 5205771 w 5205771"/>
                <a:gd name="connsiteY2" fmla="*/ 834564 h 1669127"/>
                <a:gd name="connsiteX3" fmla="*/ 4723871 w 5205771"/>
                <a:gd name="connsiteY3" fmla="*/ 1669128 h 1669127"/>
                <a:gd name="connsiteX4" fmla="*/ 481901 w 5205771"/>
                <a:gd name="connsiteY4" fmla="*/ 1669128 h 1669127"/>
                <a:gd name="connsiteX5" fmla="*/ 0 w 5205771"/>
                <a:gd name="connsiteY5" fmla="*/ 834564 h 1669127"/>
                <a:gd name="connsiteX6" fmla="*/ 481901 w 5205771"/>
                <a:gd name="connsiteY6" fmla="*/ 0 h 1669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05771" h="1669127">
                  <a:moveTo>
                    <a:pt x="481901" y="0"/>
                  </a:moveTo>
                  <a:lnTo>
                    <a:pt x="4723871" y="0"/>
                  </a:lnTo>
                  <a:lnTo>
                    <a:pt x="5205771" y="834564"/>
                  </a:lnTo>
                  <a:lnTo>
                    <a:pt x="4723871" y="1669128"/>
                  </a:lnTo>
                  <a:lnTo>
                    <a:pt x="481901" y="1669128"/>
                  </a:lnTo>
                  <a:lnTo>
                    <a:pt x="0" y="834564"/>
                  </a:lnTo>
                  <a:lnTo>
                    <a:pt x="481901" y="0"/>
                  </a:lnTo>
                  <a:close/>
                </a:path>
              </a:pathLst>
            </a:custGeom>
            <a:solidFill>
              <a:schemeClr val="tx1"/>
            </a:solidFill>
            <a:ln w="11919" cap="flat">
              <a:noFill/>
              <a:prstDash val="solid"/>
              <a:miter/>
            </a:ln>
            <a:effectLst>
              <a:softEdge rad="444500"/>
            </a:effectLst>
          </p:spPr>
          <p:txBody>
            <a:bodyPr rtlCol="0" anchor="ctr"/>
            <a:lstStyle/>
            <a:p>
              <a:endParaRPr lang="en-IN">
                <a:latin typeface="Raleway" pitchFamily="2" charset="0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710448D-1A34-489D-574C-6BC1C9E258E1}"/>
                </a:ext>
              </a:extLst>
            </p:cNvPr>
            <p:cNvGrpSpPr/>
            <p:nvPr/>
          </p:nvGrpSpPr>
          <p:grpSpPr>
            <a:xfrm>
              <a:off x="6287656" y="1848589"/>
              <a:ext cx="4953211" cy="1588148"/>
              <a:chOff x="6287656" y="1848589"/>
              <a:chExt cx="4953211" cy="1588148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86209F18-D929-9875-9B3D-06B8715E2246}"/>
                  </a:ext>
                </a:extLst>
              </p:cNvPr>
              <p:cNvSpPr/>
              <p:nvPr/>
            </p:nvSpPr>
            <p:spPr>
              <a:xfrm>
                <a:off x="6287656" y="1848589"/>
                <a:ext cx="4953211" cy="1588148"/>
              </a:xfrm>
              <a:custGeom>
                <a:avLst/>
                <a:gdLst>
                  <a:gd name="connsiteX0" fmla="*/ 481901 w 5205771"/>
                  <a:gd name="connsiteY0" fmla="*/ 0 h 1669127"/>
                  <a:gd name="connsiteX1" fmla="*/ 4723871 w 5205771"/>
                  <a:gd name="connsiteY1" fmla="*/ 0 h 1669127"/>
                  <a:gd name="connsiteX2" fmla="*/ 5205771 w 5205771"/>
                  <a:gd name="connsiteY2" fmla="*/ 834564 h 1669127"/>
                  <a:gd name="connsiteX3" fmla="*/ 4723871 w 5205771"/>
                  <a:gd name="connsiteY3" fmla="*/ 1669128 h 1669127"/>
                  <a:gd name="connsiteX4" fmla="*/ 481901 w 5205771"/>
                  <a:gd name="connsiteY4" fmla="*/ 1669128 h 1669127"/>
                  <a:gd name="connsiteX5" fmla="*/ 0 w 5205771"/>
                  <a:gd name="connsiteY5" fmla="*/ 834564 h 1669127"/>
                  <a:gd name="connsiteX6" fmla="*/ 481901 w 5205771"/>
                  <a:gd name="connsiteY6" fmla="*/ 0 h 1669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205771" h="1669127">
                    <a:moveTo>
                      <a:pt x="481901" y="0"/>
                    </a:moveTo>
                    <a:lnTo>
                      <a:pt x="4723871" y="0"/>
                    </a:lnTo>
                    <a:lnTo>
                      <a:pt x="5205771" y="834564"/>
                    </a:lnTo>
                    <a:lnTo>
                      <a:pt x="4723871" y="1669128"/>
                    </a:lnTo>
                    <a:lnTo>
                      <a:pt x="481901" y="1669128"/>
                    </a:lnTo>
                    <a:lnTo>
                      <a:pt x="0" y="834564"/>
                    </a:lnTo>
                    <a:lnTo>
                      <a:pt x="48190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100000">
                    <a:schemeClr val="bg1">
                      <a:lumMod val="95000"/>
                    </a:schemeClr>
                  </a:gs>
                </a:gsLst>
                <a:lin ang="0" scaled="1"/>
              </a:gradFill>
              <a:ln w="119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Raleway" pitchFamily="2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511CFC1-9FD2-E407-B865-8E7D095E3ED3}"/>
                  </a:ext>
                </a:extLst>
              </p:cNvPr>
              <p:cNvSpPr txBox="1"/>
              <p:nvPr/>
            </p:nvSpPr>
            <p:spPr>
              <a:xfrm>
                <a:off x="7997921" y="2099523"/>
                <a:ext cx="2495908" cy="100816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s-MX" sz="1600" b="1" i="0" u="none" strike="noStrike" dirty="0">
                    <a:solidFill>
                      <a:srgbClr val="1B1C1D"/>
                    </a:solidFill>
                    <a:effectLst/>
                    <a:latin typeface="Raleway" pitchFamily="2" charset="0"/>
                  </a:rPr>
                  <a:t>Traduciendo los Dominios Urbanos en Dimensiones Comerciales</a:t>
                </a:r>
                <a:endParaRPr lang="en-IN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Raleway" pitchFamily="2" charset="0"/>
                  <a:ea typeface="Segoe UI Black" panose="020B0A02040204020203" pitchFamily="34" charset="0"/>
                </a:endParaRPr>
              </a:p>
            </p:txBody>
          </p:sp>
          <p:pic>
            <p:nvPicPr>
              <p:cNvPr id="31" name="Graphic 30" descr="Users outline">
                <a:extLst>
                  <a:ext uri="{FF2B5EF4-FFF2-40B4-BE49-F238E27FC236}">
                    <a16:creationId xmlns:a16="http://schemas.microsoft.com/office/drawing/2014/main" id="{73B3FDF0-3FAB-E1D0-A0F4-0F095474C1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841835" y="2264229"/>
                <a:ext cx="756868" cy="756868"/>
              </a:xfrm>
              <a:prstGeom prst="rect">
                <a:avLst/>
              </a:prstGeom>
            </p:spPr>
          </p:pic>
        </p:grpSp>
      </p:grpSp>
      <p:sp>
        <p:nvSpPr>
          <p:cNvPr id="25" name="Título 1">
            <a:extLst>
              <a:ext uri="{FF2B5EF4-FFF2-40B4-BE49-F238E27FC236}">
                <a16:creationId xmlns:a16="http://schemas.microsoft.com/office/drawing/2014/main" id="{D61BBB5B-5A26-4081-9D58-A1E0F0AB5E1F}"/>
              </a:ext>
            </a:extLst>
          </p:cNvPr>
          <p:cNvSpPr txBox="1">
            <a:spLocks/>
          </p:cNvSpPr>
          <p:nvPr/>
        </p:nvSpPr>
        <p:spPr>
          <a:xfrm>
            <a:off x="9883241" y="1"/>
            <a:ext cx="2237381" cy="457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AR" sz="2000" b="1" dirty="0">
                <a:solidFill>
                  <a:srgbClr val="002060"/>
                </a:solidFill>
                <a:latin typeface="Raleway" panose="020B0604020202020204" pitchFamily="2" charset="0"/>
              </a:rPr>
              <a:t>Silver Standard</a:t>
            </a:r>
            <a:endParaRPr lang="es-AR" sz="2000" dirty="0">
              <a:solidFill>
                <a:srgbClr val="002060"/>
              </a:solidFill>
            </a:endParaRPr>
          </a:p>
        </p:txBody>
      </p:sp>
      <p:pic>
        <p:nvPicPr>
          <p:cNvPr id="26" name="Imagen 25" descr="Texto&#10;&#10;El contenido generado por IA puede ser incorrecto.">
            <a:extLst>
              <a:ext uri="{FF2B5EF4-FFF2-40B4-BE49-F238E27FC236}">
                <a16:creationId xmlns:a16="http://schemas.microsoft.com/office/drawing/2014/main" id="{DBD65151-71AA-465B-8324-C5B483A7C6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875" y="-504238"/>
            <a:ext cx="1761281" cy="176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393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831F1A-CC8C-483D-B53C-2BCEB64B8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976" y="2430803"/>
            <a:ext cx="11563108" cy="2758018"/>
          </a:xfrm>
        </p:spPr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AR" b="1" i="0" u="none" strike="noStrike" dirty="0">
                <a:effectLst/>
                <a:latin typeface="Raleway" pitchFamily="2" charset="0"/>
              </a:rPr>
              <a:t>3. </a:t>
            </a:r>
            <a:r>
              <a:rPr lang="es-MX" sz="6000" b="1" i="0" u="none" strike="noStrike" dirty="0">
                <a:effectLst/>
                <a:latin typeface="Raleway" pitchFamily="2" charset="0"/>
              </a:rPr>
              <a:t>Pioneros del Mercado Plateado: Un Análisis Global de Mejores Prácticas y Modelos de Certificación</a:t>
            </a:r>
            <a:endParaRPr lang="es-AR" dirty="0">
              <a:latin typeface="Raleway" pitchFamily="2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3BFC31E-F65C-46E2-B595-889D47FD3ECE}"/>
              </a:ext>
            </a:extLst>
          </p:cNvPr>
          <p:cNvSpPr txBox="1">
            <a:spLocks/>
          </p:cNvSpPr>
          <p:nvPr/>
        </p:nvSpPr>
        <p:spPr>
          <a:xfrm>
            <a:off x="9883241" y="1"/>
            <a:ext cx="2237381" cy="457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AR" sz="2000" b="1" dirty="0">
                <a:solidFill>
                  <a:srgbClr val="002060"/>
                </a:solidFill>
                <a:latin typeface="Raleway" panose="020B0604020202020204" pitchFamily="2" charset="0"/>
              </a:rPr>
              <a:t>Silver Standard</a:t>
            </a:r>
            <a:endParaRPr lang="es-AR" sz="2000" dirty="0">
              <a:solidFill>
                <a:srgbClr val="002060"/>
              </a:solidFill>
            </a:endParaRPr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AAB76676-2B93-4572-B1E5-C864255123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875" y="-504238"/>
            <a:ext cx="1761281" cy="176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267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CA750F-8674-E7FE-D652-68B7C0488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val 35">
            <a:extLst>
              <a:ext uri="{FF2B5EF4-FFF2-40B4-BE49-F238E27FC236}">
                <a16:creationId xmlns:a16="http://schemas.microsoft.com/office/drawing/2014/main" id="{372281EC-26A2-3409-0C98-4347EF0EF1FB}"/>
              </a:ext>
            </a:extLst>
          </p:cNvPr>
          <p:cNvSpPr/>
          <p:nvPr/>
        </p:nvSpPr>
        <p:spPr>
          <a:xfrm>
            <a:off x="5320075" y="6314202"/>
            <a:ext cx="1572170" cy="40257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84BB37-E493-AC1C-8828-C20739462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459" y="165349"/>
            <a:ext cx="10891776" cy="711081"/>
          </a:xfrm>
        </p:spPr>
        <p:txBody>
          <a:bodyPr>
            <a:noAutofit/>
          </a:bodyPr>
          <a:lstStyle/>
          <a:p>
            <a:r>
              <a:rPr lang="es-MX" sz="3000" b="1" i="0" u="none" strike="noStrike" dirty="0">
                <a:solidFill>
                  <a:srgbClr val="1B1C1D"/>
                </a:solidFill>
                <a:effectLst/>
                <a:latin typeface="Google Sans Text"/>
              </a:rPr>
              <a:t>3. Pioneros del Mercado Plateado: Un Análisis Global de Mejores Prácticas y Modelos de Certificación</a:t>
            </a:r>
            <a:endParaRPr lang="en-IN" sz="3000" dirty="0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21DF1A9E-A70F-B8D6-03D2-AC4B0312F09C}"/>
              </a:ext>
            </a:extLst>
          </p:cNvPr>
          <p:cNvSpPr/>
          <p:nvPr/>
        </p:nvSpPr>
        <p:spPr>
          <a:xfrm>
            <a:off x="4305336" y="4253445"/>
            <a:ext cx="6689166" cy="967634"/>
          </a:xfrm>
          <a:custGeom>
            <a:avLst/>
            <a:gdLst>
              <a:gd name="connsiteX0" fmla="*/ 0 w 6689166"/>
              <a:gd name="connsiteY0" fmla="*/ 0 h 960911"/>
              <a:gd name="connsiteX1" fmla="*/ 617838 w 6689166"/>
              <a:gd name="connsiteY1" fmla="*/ 0 h 960911"/>
              <a:gd name="connsiteX2" fmla="*/ 2347765 w 6689166"/>
              <a:gd name="connsiteY2" fmla="*/ 0 h 960911"/>
              <a:gd name="connsiteX3" fmla="*/ 2965603 w 6689166"/>
              <a:gd name="connsiteY3" fmla="*/ 0 h 960911"/>
              <a:gd name="connsiteX4" fmla="*/ 3405282 w 6689166"/>
              <a:gd name="connsiteY4" fmla="*/ 0 h 960911"/>
              <a:gd name="connsiteX5" fmla="*/ 4023120 w 6689166"/>
              <a:gd name="connsiteY5" fmla="*/ 0 h 960911"/>
              <a:gd name="connsiteX6" fmla="*/ 5753048 w 6689166"/>
              <a:gd name="connsiteY6" fmla="*/ 0 h 960911"/>
              <a:gd name="connsiteX7" fmla="*/ 6370886 w 6689166"/>
              <a:gd name="connsiteY7" fmla="*/ 0 h 960911"/>
              <a:gd name="connsiteX8" fmla="*/ 6689166 w 6689166"/>
              <a:gd name="connsiteY8" fmla="*/ 480456 h 960911"/>
              <a:gd name="connsiteX9" fmla="*/ 6370886 w 6689166"/>
              <a:gd name="connsiteY9" fmla="*/ 960911 h 960911"/>
              <a:gd name="connsiteX10" fmla="*/ 5753048 w 6689166"/>
              <a:gd name="connsiteY10" fmla="*/ 960911 h 960911"/>
              <a:gd name="connsiteX11" fmla="*/ 4023120 w 6689166"/>
              <a:gd name="connsiteY11" fmla="*/ 960911 h 960911"/>
              <a:gd name="connsiteX12" fmla="*/ 3405282 w 6689166"/>
              <a:gd name="connsiteY12" fmla="*/ 960911 h 960911"/>
              <a:gd name="connsiteX13" fmla="*/ 2965603 w 6689166"/>
              <a:gd name="connsiteY13" fmla="*/ 960911 h 960911"/>
              <a:gd name="connsiteX14" fmla="*/ 2347765 w 6689166"/>
              <a:gd name="connsiteY14" fmla="*/ 960911 h 960911"/>
              <a:gd name="connsiteX15" fmla="*/ 617838 w 6689166"/>
              <a:gd name="connsiteY15" fmla="*/ 960911 h 960911"/>
              <a:gd name="connsiteX16" fmla="*/ 0 w 6689166"/>
              <a:gd name="connsiteY16" fmla="*/ 960911 h 960911"/>
              <a:gd name="connsiteX17" fmla="*/ 356336 w 6689166"/>
              <a:gd name="connsiteY17" fmla="*/ 480456 h 96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689166" h="960911">
                <a:moveTo>
                  <a:pt x="0" y="0"/>
                </a:moveTo>
                <a:lnTo>
                  <a:pt x="617838" y="0"/>
                </a:lnTo>
                <a:lnTo>
                  <a:pt x="2347765" y="0"/>
                </a:lnTo>
                <a:lnTo>
                  <a:pt x="2965603" y="0"/>
                </a:lnTo>
                <a:lnTo>
                  <a:pt x="3405282" y="0"/>
                </a:lnTo>
                <a:lnTo>
                  <a:pt x="4023120" y="0"/>
                </a:lnTo>
                <a:lnTo>
                  <a:pt x="5753048" y="0"/>
                </a:lnTo>
                <a:lnTo>
                  <a:pt x="6370886" y="0"/>
                </a:lnTo>
                <a:lnTo>
                  <a:pt x="6689166" y="480456"/>
                </a:lnTo>
                <a:lnTo>
                  <a:pt x="6370886" y="960911"/>
                </a:lnTo>
                <a:lnTo>
                  <a:pt x="5753048" y="960911"/>
                </a:lnTo>
                <a:lnTo>
                  <a:pt x="4023120" y="960911"/>
                </a:lnTo>
                <a:lnTo>
                  <a:pt x="3405282" y="960911"/>
                </a:lnTo>
                <a:lnTo>
                  <a:pt x="2965603" y="960911"/>
                </a:lnTo>
                <a:lnTo>
                  <a:pt x="2347765" y="960911"/>
                </a:lnTo>
                <a:lnTo>
                  <a:pt x="617838" y="960911"/>
                </a:lnTo>
                <a:lnTo>
                  <a:pt x="0" y="960911"/>
                </a:lnTo>
                <a:lnTo>
                  <a:pt x="356336" y="480456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  <a:alpha val="30000"/>
            </a:schemeClr>
          </a:solidFill>
          <a:ln w="57150" cap="flat">
            <a:solidFill>
              <a:schemeClr val="accent5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97AA4FCA-1185-75E0-0FC1-9BE759B19D0A}"/>
              </a:ext>
            </a:extLst>
          </p:cNvPr>
          <p:cNvSpPr/>
          <p:nvPr/>
        </p:nvSpPr>
        <p:spPr>
          <a:xfrm>
            <a:off x="4330985" y="1974506"/>
            <a:ext cx="6689047" cy="967738"/>
          </a:xfrm>
          <a:custGeom>
            <a:avLst/>
            <a:gdLst>
              <a:gd name="connsiteX0" fmla="*/ 0 w 6689047"/>
              <a:gd name="connsiteY0" fmla="*/ 0 h 961015"/>
              <a:gd name="connsiteX1" fmla="*/ 617838 w 6689047"/>
              <a:gd name="connsiteY1" fmla="*/ 0 h 961015"/>
              <a:gd name="connsiteX2" fmla="*/ 2347766 w 6689047"/>
              <a:gd name="connsiteY2" fmla="*/ 0 h 961015"/>
              <a:gd name="connsiteX3" fmla="*/ 2965604 w 6689047"/>
              <a:gd name="connsiteY3" fmla="*/ 0 h 961015"/>
              <a:gd name="connsiteX4" fmla="*/ 3405283 w 6689047"/>
              <a:gd name="connsiteY4" fmla="*/ 0 h 961015"/>
              <a:gd name="connsiteX5" fmla="*/ 4023121 w 6689047"/>
              <a:gd name="connsiteY5" fmla="*/ 0 h 961015"/>
              <a:gd name="connsiteX6" fmla="*/ 5753049 w 6689047"/>
              <a:gd name="connsiteY6" fmla="*/ 0 h 961015"/>
              <a:gd name="connsiteX7" fmla="*/ 6370887 w 6689047"/>
              <a:gd name="connsiteY7" fmla="*/ 0 h 961015"/>
              <a:gd name="connsiteX8" fmla="*/ 6689047 w 6689047"/>
              <a:gd name="connsiteY8" fmla="*/ 480456 h 961015"/>
              <a:gd name="connsiteX9" fmla="*/ 6370887 w 6689047"/>
              <a:gd name="connsiteY9" fmla="*/ 961015 h 961015"/>
              <a:gd name="connsiteX10" fmla="*/ 5753049 w 6689047"/>
              <a:gd name="connsiteY10" fmla="*/ 961015 h 961015"/>
              <a:gd name="connsiteX11" fmla="*/ 4023121 w 6689047"/>
              <a:gd name="connsiteY11" fmla="*/ 961015 h 961015"/>
              <a:gd name="connsiteX12" fmla="*/ 3405283 w 6689047"/>
              <a:gd name="connsiteY12" fmla="*/ 961015 h 961015"/>
              <a:gd name="connsiteX13" fmla="*/ 2965604 w 6689047"/>
              <a:gd name="connsiteY13" fmla="*/ 961015 h 961015"/>
              <a:gd name="connsiteX14" fmla="*/ 2347766 w 6689047"/>
              <a:gd name="connsiteY14" fmla="*/ 961015 h 961015"/>
              <a:gd name="connsiteX15" fmla="*/ 617838 w 6689047"/>
              <a:gd name="connsiteY15" fmla="*/ 961015 h 961015"/>
              <a:gd name="connsiteX16" fmla="*/ 0 w 6689047"/>
              <a:gd name="connsiteY16" fmla="*/ 961015 h 961015"/>
              <a:gd name="connsiteX17" fmla="*/ 356336 w 6689047"/>
              <a:gd name="connsiteY17" fmla="*/ 480456 h 961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689047" h="961015">
                <a:moveTo>
                  <a:pt x="0" y="0"/>
                </a:moveTo>
                <a:lnTo>
                  <a:pt x="617838" y="0"/>
                </a:lnTo>
                <a:lnTo>
                  <a:pt x="2347766" y="0"/>
                </a:lnTo>
                <a:lnTo>
                  <a:pt x="2965604" y="0"/>
                </a:lnTo>
                <a:lnTo>
                  <a:pt x="3405283" y="0"/>
                </a:lnTo>
                <a:lnTo>
                  <a:pt x="4023121" y="0"/>
                </a:lnTo>
                <a:lnTo>
                  <a:pt x="5753049" y="0"/>
                </a:lnTo>
                <a:lnTo>
                  <a:pt x="6370887" y="0"/>
                </a:lnTo>
                <a:lnTo>
                  <a:pt x="6689047" y="480456"/>
                </a:lnTo>
                <a:lnTo>
                  <a:pt x="6370887" y="961015"/>
                </a:lnTo>
                <a:lnTo>
                  <a:pt x="5753049" y="961015"/>
                </a:lnTo>
                <a:lnTo>
                  <a:pt x="4023121" y="961015"/>
                </a:lnTo>
                <a:lnTo>
                  <a:pt x="3405283" y="961015"/>
                </a:lnTo>
                <a:lnTo>
                  <a:pt x="2965604" y="961015"/>
                </a:lnTo>
                <a:lnTo>
                  <a:pt x="2347766" y="961015"/>
                </a:lnTo>
                <a:lnTo>
                  <a:pt x="617838" y="961015"/>
                </a:lnTo>
                <a:lnTo>
                  <a:pt x="0" y="961015"/>
                </a:lnTo>
                <a:lnTo>
                  <a:pt x="356336" y="48045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  <a:ln w="5715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AD62E75E-93C0-3699-B2BF-DDABE86DF5E2}"/>
              </a:ext>
            </a:extLst>
          </p:cNvPr>
          <p:cNvSpPr/>
          <p:nvPr/>
        </p:nvSpPr>
        <p:spPr>
          <a:xfrm flipH="1">
            <a:off x="1171968" y="3118551"/>
            <a:ext cx="6689047" cy="967738"/>
          </a:xfrm>
          <a:custGeom>
            <a:avLst/>
            <a:gdLst>
              <a:gd name="connsiteX0" fmla="*/ 0 w 6689047"/>
              <a:gd name="connsiteY0" fmla="*/ 0 h 961015"/>
              <a:gd name="connsiteX1" fmla="*/ 617838 w 6689047"/>
              <a:gd name="connsiteY1" fmla="*/ 0 h 961015"/>
              <a:gd name="connsiteX2" fmla="*/ 2347766 w 6689047"/>
              <a:gd name="connsiteY2" fmla="*/ 0 h 961015"/>
              <a:gd name="connsiteX3" fmla="*/ 2965604 w 6689047"/>
              <a:gd name="connsiteY3" fmla="*/ 0 h 961015"/>
              <a:gd name="connsiteX4" fmla="*/ 3405283 w 6689047"/>
              <a:gd name="connsiteY4" fmla="*/ 0 h 961015"/>
              <a:gd name="connsiteX5" fmla="*/ 4023121 w 6689047"/>
              <a:gd name="connsiteY5" fmla="*/ 0 h 961015"/>
              <a:gd name="connsiteX6" fmla="*/ 5753049 w 6689047"/>
              <a:gd name="connsiteY6" fmla="*/ 0 h 961015"/>
              <a:gd name="connsiteX7" fmla="*/ 6370887 w 6689047"/>
              <a:gd name="connsiteY7" fmla="*/ 0 h 961015"/>
              <a:gd name="connsiteX8" fmla="*/ 6689047 w 6689047"/>
              <a:gd name="connsiteY8" fmla="*/ 480456 h 961015"/>
              <a:gd name="connsiteX9" fmla="*/ 6370887 w 6689047"/>
              <a:gd name="connsiteY9" fmla="*/ 961015 h 961015"/>
              <a:gd name="connsiteX10" fmla="*/ 5753049 w 6689047"/>
              <a:gd name="connsiteY10" fmla="*/ 961015 h 961015"/>
              <a:gd name="connsiteX11" fmla="*/ 4023121 w 6689047"/>
              <a:gd name="connsiteY11" fmla="*/ 961015 h 961015"/>
              <a:gd name="connsiteX12" fmla="*/ 3405283 w 6689047"/>
              <a:gd name="connsiteY12" fmla="*/ 961015 h 961015"/>
              <a:gd name="connsiteX13" fmla="*/ 2965604 w 6689047"/>
              <a:gd name="connsiteY13" fmla="*/ 961015 h 961015"/>
              <a:gd name="connsiteX14" fmla="*/ 2347766 w 6689047"/>
              <a:gd name="connsiteY14" fmla="*/ 961015 h 961015"/>
              <a:gd name="connsiteX15" fmla="*/ 617838 w 6689047"/>
              <a:gd name="connsiteY15" fmla="*/ 961015 h 961015"/>
              <a:gd name="connsiteX16" fmla="*/ 0 w 6689047"/>
              <a:gd name="connsiteY16" fmla="*/ 961015 h 961015"/>
              <a:gd name="connsiteX17" fmla="*/ 356336 w 6689047"/>
              <a:gd name="connsiteY17" fmla="*/ 480456 h 961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689047" h="961015">
                <a:moveTo>
                  <a:pt x="0" y="0"/>
                </a:moveTo>
                <a:lnTo>
                  <a:pt x="617838" y="0"/>
                </a:lnTo>
                <a:lnTo>
                  <a:pt x="2347766" y="0"/>
                </a:lnTo>
                <a:lnTo>
                  <a:pt x="2965604" y="0"/>
                </a:lnTo>
                <a:lnTo>
                  <a:pt x="3405283" y="0"/>
                </a:lnTo>
                <a:lnTo>
                  <a:pt x="4023121" y="0"/>
                </a:lnTo>
                <a:lnTo>
                  <a:pt x="5753049" y="0"/>
                </a:lnTo>
                <a:lnTo>
                  <a:pt x="6370887" y="0"/>
                </a:lnTo>
                <a:lnTo>
                  <a:pt x="6689047" y="480456"/>
                </a:lnTo>
                <a:lnTo>
                  <a:pt x="6370887" y="961015"/>
                </a:lnTo>
                <a:lnTo>
                  <a:pt x="5753049" y="961015"/>
                </a:lnTo>
                <a:lnTo>
                  <a:pt x="4023121" y="961015"/>
                </a:lnTo>
                <a:lnTo>
                  <a:pt x="3405283" y="961015"/>
                </a:lnTo>
                <a:lnTo>
                  <a:pt x="2965604" y="961015"/>
                </a:lnTo>
                <a:lnTo>
                  <a:pt x="2347766" y="961015"/>
                </a:lnTo>
                <a:lnTo>
                  <a:pt x="617838" y="961015"/>
                </a:lnTo>
                <a:lnTo>
                  <a:pt x="0" y="961015"/>
                </a:lnTo>
                <a:lnTo>
                  <a:pt x="356336" y="480456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30000"/>
            </a:schemeClr>
          </a:solidFill>
          <a:ln w="571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747009C-5479-6592-BFE8-4485847A4B6E}"/>
              </a:ext>
            </a:extLst>
          </p:cNvPr>
          <p:cNvGrpSpPr/>
          <p:nvPr/>
        </p:nvGrpSpPr>
        <p:grpSpPr>
          <a:xfrm>
            <a:off x="5560789" y="5300453"/>
            <a:ext cx="1029480" cy="1270026"/>
            <a:chOff x="5232645" y="5402517"/>
            <a:chExt cx="942913" cy="1163232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11BF848-A07A-A143-2320-5F5E92C106AA}"/>
                </a:ext>
              </a:extLst>
            </p:cNvPr>
            <p:cNvSpPr/>
            <p:nvPr/>
          </p:nvSpPr>
          <p:spPr>
            <a:xfrm>
              <a:off x="5283309" y="5636872"/>
              <a:ext cx="807132" cy="840486"/>
            </a:xfrm>
            <a:custGeom>
              <a:avLst/>
              <a:gdLst>
                <a:gd name="connsiteX0" fmla="*/ 0 w 807132"/>
                <a:gd name="connsiteY0" fmla="*/ 0 h 840486"/>
                <a:gd name="connsiteX1" fmla="*/ 420120 w 807132"/>
                <a:gd name="connsiteY1" fmla="*/ 840486 h 840486"/>
                <a:gd name="connsiteX2" fmla="*/ 807133 w 807132"/>
                <a:gd name="connsiteY2" fmla="*/ 0 h 840486"/>
                <a:gd name="connsiteX3" fmla="*/ 0 w 807132"/>
                <a:gd name="connsiteY3" fmla="*/ 0 h 840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7132" h="840486">
                  <a:moveTo>
                    <a:pt x="0" y="0"/>
                  </a:moveTo>
                  <a:lnTo>
                    <a:pt x="420120" y="840486"/>
                  </a:lnTo>
                  <a:lnTo>
                    <a:pt x="8071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CF9C"/>
            </a:solidFill>
            <a:ln w="109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D5AAB73-1DA1-D1B4-22C7-08009E43AE0A}"/>
                </a:ext>
              </a:extLst>
            </p:cNvPr>
            <p:cNvSpPr/>
            <p:nvPr/>
          </p:nvSpPr>
          <p:spPr>
            <a:xfrm>
              <a:off x="5233156" y="5621632"/>
              <a:ext cx="491578" cy="944117"/>
            </a:xfrm>
            <a:custGeom>
              <a:avLst/>
              <a:gdLst>
                <a:gd name="connsiteX0" fmla="*/ 323640 w 491578"/>
                <a:gd name="connsiteY0" fmla="*/ 362903 h 944117"/>
                <a:gd name="connsiteX1" fmla="*/ 262234 w 491578"/>
                <a:gd name="connsiteY1" fmla="*/ 150019 h 944117"/>
                <a:gd name="connsiteX2" fmla="*/ 262234 w 491578"/>
                <a:gd name="connsiteY2" fmla="*/ 0 h 944117"/>
                <a:gd name="connsiteX3" fmla="*/ 0 w 491578"/>
                <a:gd name="connsiteY3" fmla="*/ 0 h 944117"/>
                <a:gd name="connsiteX4" fmla="*/ 109 w 491578"/>
                <a:gd name="connsiteY4" fmla="*/ 150019 h 944117"/>
                <a:gd name="connsiteX5" fmla="*/ 120409 w 491578"/>
                <a:gd name="connsiteY5" fmla="*/ 344519 h 944117"/>
                <a:gd name="connsiteX6" fmla="*/ 491579 w 491578"/>
                <a:gd name="connsiteY6" fmla="*/ 944118 h 944117"/>
                <a:gd name="connsiteX7" fmla="*/ 323640 w 491578"/>
                <a:gd name="connsiteY7" fmla="*/ 362903 h 944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1578" h="944117">
                  <a:moveTo>
                    <a:pt x="323640" y="362903"/>
                  </a:moveTo>
                  <a:lnTo>
                    <a:pt x="262234" y="150019"/>
                  </a:lnTo>
                  <a:lnTo>
                    <a:pt x="262234" y="0"/>
                  </a:lnTo>
                  <a:lnTo>
                    <a:pt x="0" y="0"/>
                  </a:lnTo>
                  <a:lnTo>
                    <a:pt x="109" y="150019"/>
                  </a:lnTo>
                  <a:lnTo>
                    <a:pt x="120409" y="344519"/>
                  </a:lnTo>
                  <a:lnTo>
                    <a:pt x="491579" y="944118"/>
                  </a:lnTo>
                  <a:lnTo>
                    <a:pt x="323640" y="362903"/>
                  </a:lnTo>
                  <a:close/>
                </a:path>
              </a:pathLst>
            </a:custGeom>
            <a:solidFill>
              <a:srgbClr val="EABD8C"/>
            </a:solidFill>
            <a:ln w="109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E1E85E1-D073-9B02-1B93-C45CA75525C7}"/>
                </a:ext>
              </a:extLst>
            </p:cNvPr>
            <p:cNvSpPr/>
            <p:nvPr/>
          </p:nvSpPr>
          <p:spPr>
            <a:xfrm>
              <a:off x="5724735" y="5621632"/>
              <a:ext cx="450823" cy="944117"/>
            </a:xfrm>
            <a:custGeom>
              <a:avLst/>
              <a:gdLst>
                <a:gd name="connsiteX0" fmla="*/ 188590 w 450823"/>
                <a:gd name="connsiteY0" fmla="*/ 0 h 944117"/>
                <a:gd name="connsiteX1" fmla="*/ 188590 w 450823"/>
                <a:gd name="connsiteY1" fmla="*/ 150019 h 944117"/>
                <a:gd name="connsiteX2" fmla="*/ 137782 w 450823"/>
                <a:gd name="connsiteY2" fmla="*/ 364141 h 944117"/>
                <a:gd name="connsiteX3" fmla="*/ 0 w 450823"/>
                <a:gd name="connsiteY3" fmla="*/ 944118 h 944117"/>
                <a:gd name="connsiteX4" fmla="*/ 338609 w 450823"/>
                <a:gd name="connsiteY4" fmla="*/ 347567 h 944117"/>
                <a:gd name="connsiteX5" fmla="*/ 450714 w 450823"/>
                <a:gd name="connsiteY5" fmla="*/ 150019 h 944117"/>
                <a:gd name="connsiteX6" fmla="*/ 450823 w 450823"/>
                <a:gd name="connsiteY6" fmla="*/ 0 h 944117"/>
                <a:gd name="connsiteX7" fmla="*/ 188590 w 450823"/>
                <a:gd name="connsiteY7" fmla="*/ 0 h 944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0823" h="944117">
                  <a:moveTo>
                    <a:pt x="188590" y="0"/>
                  </a:moveTo>
                  <a:lnTo>
                    <a:pt x="188590" y="150019"/>
                  </a:lnTo>
                  <a:lnTo>
                    <a:pt x="137782" y="364141"/>
                  </a:lnTo>
                  <a:lnTo>
                    <a:pt x="0" y="944118"/>
                  </a:lnTo>
                  <a:lnTo>
                    <a:pt x="338609" y="347567"/>
                  </a:lnTo>
                  <a:lnTo>
                    <a:pt x="450714" y="150019"/>
                  </a:lnTo>
                  <a:lnTo>
                    <a:pt x="450823" y="0"/>
                  </a:lnTo>
                  <a:lnTo>
                    <a:pt x="188590" y="0"/>
                  </a:lnTo>
                  <a:close/>
                </a:path>
              </a:pathLst>
            </a:custGeom>
            <a:solidFill>
              <a:srgbClr val="EABD8C"/>
            </a:solidFill>
            <a:ln w="109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1" name="Graphic 3">
              <a:extLst>
                <a:ext uri="{FF2B5EF4-FFF2-40B4-BE49-F238E27FC236}">
                  <a16:creationId xmlns:a16="http://schemas.microsoft.com/office/drawing/2014/main" id="{6ED1E363-E8D7-B012-3791-7BCE6786DDD8}"/>
                </a:ext>
              </a:extLst>
            </p:cNvPr>
            <p:cNvGrpSpPr/>
            <p:nvPr/>
          </p:nvGrpSpPr>
          <p:grpSpPr>
            <a:xfrm>
              <a:off x="5233156" y="5402517"/>
              <a:ext cx="941964" cy="209019"/>
              <a:chOff x="5233156" y="5330599"/>
              <a:chExt cx="941964" cy="209019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5D8AD49B-917A-2972-6411-379BA0A82EAA}"/>
                  </a:ext>
                </a:extLst>
              </p:cNvPr>
              <p:cNvSpPr/>
              <p:nvPr/>
            </p:nvSpPr>
            <p:spPr>
              <a:xfrm>
                <a:off x="5233156" y="5330599"/>
                <a:ext cx="941964" cy="209019"/>
              </a:xfrm>
              <a:custGeom>
                <a:avLst/>
                <a:gdLst>
                  <a:gd name="connsiteX0" fmla="*/ 941965 w 941964"/>
                  <a:gd name="connsiteY0" fmla="*/ 102108 h 205835"/>
                  <a:gd name="connsiteX1" fmla="*/ 681479 w 941964"/>
                  <a:gd name="connsiteY1" fmla="*/ 205835 h 205835"/>
                  <a:gd name="connsiteX2" fmla="*/ 262234 w 941964"/>
                  <a:gd name="connsiteY2" fmla="*/ 205835 h 205835"/>
                  <a:gd name="connsiteX3" fmla="*/ 0 w 941964"/>
                  <a:gd name="connsiteY3" fmla="*/ 102108 h 205835"/>
                  <a:gd name="connsiteX4" fmla="*/ 260485 w 941964"/>
                  <a:gd name="connsiteY4" fmla="*/ 0 h 205835"/>
                  <a:gd name="connsiteX5" fmla="*/ 679840 w 941964"/>
                  <a:gd name="connsiteY5" fmla="*/ 0 h 205835"/>
                  <a:gd name="connsiteX6" fmla="*/ 941965 w 941964"/>
                  <a:gd name="connsiteY6" fmla="*/ 102108 h 205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41964" h="205835">
                    <a:moveTo>
                      <a:pt x="941965" y="102108"/>
                    </a:moveTo>
                    <a:lnTo>
                      <a:pt x="681479" y="205835"/>
                    </a:lnTo>
                    <a:lnTo>
                      <a:pt x="262234" y="205835"/>
                    </a:lnTo>
                    <a:lnTo>
                      <a:pt x="0" y="102108"/>
                    </a:lnTo>
                    <a:lnTo>
                      <a:pt x="260485" y="0"/>
                    </a:lnTo>
                    <a:lnTo>
                      <a:pt x="679840" y="0"/>
                    </a:lnTo>
                    <a:lnTo>
                      <a:pt x="941965" y="102108"/>
                    </a:lnTo>
                    <a:close/>
                  </a:path>
                </a:pathLst>
              </a:custGeom>
              <a:gradFill>
                <a:gsLst>
                  <a:gs pos="0">
                    <a:srgbClr val="DEB571"/>
                  </a:gs>
                  <a:gs pos="100000">
                    <a:srgbClr val="CD923B"/>
                  </a:gs>
                </a:gsLst>
                <a:lin ang="0" scaled="1"/>
              </a:gradFill>
              <a:ln w="109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DA597FCC-F703-EFA2-AD4F-25A85402E48A}"/>
                  </a:ext>
                </a:extLst>
              </p:cNvPr>
              <p:cNvSpPr/>
              <p:nvPr/>
            </p:nvSpPr>
            <p:spPr>
              <a:xfrm>
                <a:off x="5583784" y="5396226"/>
                <a:ext cx="240817" cy="72961"/>
              </a:xfrm>
              <a:custGeom>
                <a:avLst/>
                <a:gdLst>
                  <a:gd name="connsiteX0" fmla="*/ 240818 w 240817"/>
                  <a:gd name="connsiteY0" fmla="*/ 36481 h 72961"/>
                  <a:gd name="connsiteX1" fmla="*/ 120409 w 240817"/>
                  <a:gd name="connsiteY1" fmla="*/ 72961 h 72961"/>
                  <a:gd name="connsiteX2" fmla="*/ 0 w 240817"/>
                  <a:gd name="connsiteY2" fmla="*/ 36481 h 72961"/>
                  <a:gd name="connsiteX3" fmla="*/ 120409 w 240817"/>
                  <a:gd name="connsiteY3" fmla="*/ 0 h 72961"/>
                  <a:gd name="connsiteX4" fmla="*/ 240818 w 240817"/>
                  <a:gd name="connsiteY4" fmla="*/ 36481 h 729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817" h="72961">
                    <a:moveTo>
                      <a:pt x="240818" y="36481"/>
                    </a:moveTo>
                    <a:cubicBezTo>
                      <a:pt x="240818" y="56629"/>
                      <a:pt x="186909" y="72961"/>
                      <a:pt x="120409" y="72961"/>
                    </a:cubicBezTo>
                    <a:cubicBezTo>
                      <a:pt x="53909" y="72961"/>
                      <a:pt x="0" y="56628"/>
                      <a:pt x="0" y="36481"/>
                    </a:cubicBezTo>
                    <a:cubicBezTo>
                      <a:pt x="0" y="16333"/>
                      <a:pt x="53909" y="0"/>
                      <a:pt x="120409" y="0"/>
                    </a:cubicBezTo>
                    <a:cubicBezTo>
                      <a:pt x="186909" y="0"/>
                      <a:pt x="240818" y="16333"/>
                      <a:pt x="240818" y="36481"/>
                    </a:cubicBezTo>
                    <a:close/>
                  </a:path>
                </a:pathLst>
              </a:custGeom>
              <a:solidFill>
                <a:srgbClr val="0A0A0A"/>
              </a:solidFill>
              <a:ln w="109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B34F9EF-4F8D-C497-2F04-EBFEA1547B7D}"/>
                </a:ext>
              </a:extLst>
            </p:cNvPr>
            <p:cNvSpPr/>
            <p:nvPr/>
          </p:nvSpPr>
          <p:spPr>
            <a:xfrm>
              <a:off x="5232645" y="5501998"/>
              <a:ext cx="942585" cy="347281"/>
            </a:xfrm>
            <a:custGeom>
              <a:avLst/>
              <a:gdLst>
                <a:gd name="connsiteX0" fmla="*/ 942585 w 942585"/>
                <a:gd name="connsiteY0" fmla="*/ 0 h 347281"/>
                <a:gd name="connsiteX1" fmla="*/ 682100 w 942585"/>
                <a:gd name="connsiteY1" fmla="*/ 104775 h 347281"/>
                <a:gd name="connsiteX2" fmla="*/ 262745 w 942585"/>
                <a:gd name="connsiteY2" fmla="*/ 104775 h 347281"/>
                <a:gd name="connsiteX3" fmla="*/ 620 w 942585"/>
                <a:gd name="connsiteY3" fmla="*/ 95 h 347281"/>
                <a:gd name="connsiteX4" fmla="*/ 620 w 942585"/>
                <a:gd name="connsiteY4" fmla="*/ 269748 h 347281"/>
                <a:gd name="connsiteX5" fmla="*/ 84207 w 942585"/>
                <a:gd name="connsiteY5" fmla="*/ 154496 h 347281"/>
                <a:gd name="connsiteX6" fmla="*/ 257828 w 942585"/>
                <a:gd name="connsiteY6" fmla="*/ 271272 h 347281"/>
                <a:gd name="connsiteX7" fmla="*/ 285035 w 942585"/>
                <a:gd name="connsiteY7" fmla="*/ 347282 h 347281"/>
                <a:gd name="connsiteX8" fmla="*/ 471439 w 942585"/>
                <a:gd name="connsiteY8" fmla="*/ 208693 h 347281"/>
                <a:gd name="connsiteX9" fmla="*/ 662214 w 942585"/>
                <a:gd name="connsiteY9" fmla="*/ 347282 h 347281"/>
                <a:gd name="connsiteX10" fmla="*/ 833212 w 942585"/>
                <a:gd name="connsiteY10" fmla="*/ 168593 h 347281"/>
                <a:gd name="connsiteX11" fmla="*/ 942476 w 942585"/>
                <a:gd name="connsiteY11" fmla="*/ 253746 h 347281"/>
                <a:gd name="connsiteX12" fmla="*/ 942476 w 942585"/>
                <a:gd name="connsiteY12" fmla="*/ 191 h 347281"/>
                <a:gd name="connsiteX13" fmla="*/ 942476 w 942585"/>
                <a:gd name="connsiteY13" fmla="*/ 191 h 347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42585" h="347281">
                  <a:moveTo>
                    <a:pt x="942585" y="0"/>
                  </a:moveTo>
                  <a:lnTo>
                    <a:pt x="682100" y="104775"/>
                  </a:lnTo>
                  <a:lnTo>
                    <a:pt x="262745" y="104775"/>
                  </a:lnTo>
                  <a:cubicBezTo>
                    <a:pt x="262745" y="104775"/>
                    <a:pt x="620" y="95"/>
                    <a:pt x="620" y="95"/>
                  </a:cubicBezTo>
                  <a:lnTo>
                    <a:pt x="620" y="269748"/>
                  </a:lnTo>
                  <a:cubicBezTo>
                    <a:pt x="620" y="269748"/>
                    <a:pt x="-12710" y="158210"/>
                    <a:pt x="84207" y="154496"/>
                  </a:cubicBezTo>
                  <a:cubicBezTo>
                    <a:pt x="157414" y="151733"/>
                    <a:pt x="223737" y="194024"/>
                    <a:pt x="257828" y="271272"/>
                  </a:cubicBezTo>
                  <a:cubicBezTo>
                    <a:pt x="260341" y="276987"/>
                    <a:pt x="286564" y="341471"/>
                    <a:pt x="285035" y="347282"/>
                  </a:cubicBezTo>
                  <a:cubicBezTo>
                    <a:pt x="288968" y="268414"/>
                    <a:pt x="348080" y="209264"/>
                    <a:pt x="471439" y="208693"/>
                  </a:cubicBezTo>
                  <a:cubicBezTo>
                    <a:pt x="591848" y="208121"/>
                    <a:pt x="658171" y="265271"/>
                    <a:pt x="662214" y="347282"/>
                  </a:cubicBezTo>
                  <a:cubicBezTo>
                    <a:pt x="686689" y="270034"/>
                    <a:pt x="753340" y="177070"/>
                    <a:pt x="833212" y="168593"/>
                  </a:cubicBezTo>
                  <a:cubicBezTo>
                    <a:pt x="932205" y="157925"/>
                    <a:pt x="935702" y="225743"/>
                    <a:pt x="942476" y="253746"/>
                  </a:cubicBezTo>
                  <a:lnTo>
                    <a:pt x="942476" y="191"/>
                  </a:lnTo>
                  <a:lnTo>
                    <a:pt x="942476" y="191"/>
                  </a:lnTo>
                  <a:close/>
                </a:path>
              </a:pathLst>
            </a:custGeom>
            <a:solidFill>
              <a:schemeClr val="accent3"/>
            </a:solidFill>
            <a:ln w="109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B549875-4807-0727-7E29-546C80FB20EC}"/>
                </a:ext>
              </a:extLst>
            </p:cNvPr>
            <p:cNvSpPr/>
            <p:nvPr/>
          </p:nvSpPr>
          <p:spPr>
            <a:xfrm>
              <a:off x="5895077" y="5501998"/>
              <a:ext cx="280152" cy="346900"/>
            </a:xfrm>
            <a:custGeom>
              <a:avLst/>
              <a:gdLst>
                <a:gd name="connsiteX0" fmla="*/ 280153 w 280152"/>
                <a:gd name="connsiteY0" fmla="*/ 0 h 346900"/>
                <a:gd name="connsiteX1" fmla="*/ 19668 w 280152"/>
                <a:gd name="connsiteY1" fmla="*/ 104775 h 346900"/>
                <a:gd name="connsiteX2" fmla="*/ 0 w 280152"/>
                <a:gd name="connsiteY2" fmla="*/ 104775 h 346900"/>
                <a:gd name="connsiteX3" fmla="*/ 0 w 280152"/>
                <a:gd name="connsiteY3" fmla="*/ 346901 h 346900"/>
                <a:gd name="connsiteX4" fmla="*/ 170889 w 280152"/>
                <a:gd name="connsiteY4" fmla="*/ 168402 h 346900"/>
                <a:gd name="connsiteX5" fmla="*/ 280153 w 280152"/>
                <a:gd name="connsiteY5" fmla="*/ 253460 h 346900"/>
                <a:gd name="connsiteX6" fmla="*/ 280153 w 280152"/>
                <a:gd name="connsiteY6" fmla="*/ 0 h 346900"/>
                <a:gd name="connsiteX7" fmla="*/ 280153 w 280152"/>
                <a:gd name="connsiteY7" fmla="*/ 0 h 34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0152" h="346900">
                  <a:moveTo>
                    <a:pt x="280153" y="0"/>
                  </a:moveTo>
                  <a:lnTo>
                    <a:pt x="19668" y="104775"/>
                  </a:lnTo>
                  <a:lnTo>
                    <a:pt x="0" y="104775"/>
                  </a:lnTo>
                  <a:lnTo>
                    <a:pt x="0" y="346901"/>
                  </a:lnTo>
                  <a:cubicBezTo>
                    <a:pt x="24584" y="269748"/>
                    <a:pt x="91126" y="176975"/>
                    <a:pt x="170889" y="168402"/>
                  </a:cubicBezTo>
                  <a:cubicBezTo>
                    <a:pt x="269882" y="157734"/>
                    <a:pt x="273378" y="225457"/>
                    <a:pt x="280153" y="253460"/>
                  </a:cubicBezTo>
                  <a:lnTo>
                    <a:pt x="280153" y="0"/>
                  </a:lnTo>
                  <a:lnTo>
                    <a:pt x="280153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09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4E3356F-0BC2-863F-85F9-FEFA8F4521B2}"/>
                </a:ext>
              </a:extLst>
            </p:cNvPr>
            <p:cNvSpPr/>
            <p:nvPr/>
          </p:nvSpPr>
          <p:spPr>
            <a:xfrm>
              <a:off x="5233266" y="5502093"/>
              <a:ext cx="284086" cy="343757"/>
            </a:xfrm>
            <a:custGeom>
              <a:avLst/>
              <a:gdLst>
                <a:gd name="connsiteX0" fmla="*/ 262124 w 284086"/>
                <a:gd name="connsiteY0" fmla="*/ 104680 h 343757"/>
                <a:gd name="connsiteX1" fmla="*/ 0 w 284086"/>
                <a:gd name="connsiteY1" fmla="*/ 0 h 343757"/>
                <a:gd name="connsiteX2" fmla="*/ 0 w 284086"/>
                <a:gd name="connsiteY2" fmla="*/ 242221 h 343757"/>
                <a:gd name="connsiteX3" fmla="*/ 83587 w 284086"/>
                <a:gd name="connsiteY3" fmla="*/ 154400 h 343757"/>
                <a:gd name="connsiteX4" fmla="*/ 257207 w 284086"/>
                <a:gd name="connsiteY4" fmla="*/ 271177 h 343757"/>
                <a:gd name="connsiteX5" fmla="*/ 284086 w 284086"/>
                <a:gd name="connsiteY5" fmla="*/ 343757 h 343757"/>
                <a:gd name="connsiteX6" fmla="*/ 276766 w 284086"/>
                <a:gd name="connsiteY6" fmla="*/ 104775 h 343757"/>
                <a:gd name="connsiteX7" fmla="*/ 262124 w 284086"/>
                <a:gd name="connsiteY7" fmla="*/ 104775 h 343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4086" h="343757">
                  <a:moveTo>
                    <a:pt x="262124" y="104680"/>
                  </a:moveTo>
                  <a:lnTo>
                    <a:pt x="0" y="0"/>
                  </a:lnTo>
                  <a:lnTo>
                    <a:pt x="0" y="242221"/>
                  </a:lnTo>
                  <a:cubicBezTo>
                    <a:pt x="2841" y="208979"/>
                    <a:pt x="17919" y="156877"/>
                    <a:pt x="83587" y="154400"/>
                  </a:cubicBezTo>
                  <a:cubicBezTo>
                    <a:pt x="156794" y="151638"/>
                    <a:pt x="223117" y="193929"/>
                    <a:pt x="257207" y="271177"/>
                  </a:cubicBezTo>
                  <a:cubicBezTo>
                    <a:pt x="259502" y="276320"/>
                    <a:pt x="281027" y="329184"/>
                    <a:pt x="284086" y="343757"/>
                  </a:cubicBezTo>
                  <a:lnTo>
                    <a:pt x="276766" y="104775"/>
                  </a:lnTo>
                  <a:lnTo>
                    <a:pt x="262124" y="104775"/>
                  </a:lnTo>
                  <a:close/>
                </a:path>
              </a:pathLst>
            </a:custGeom>
            <a:solidFill>
              <a:schemeClr val="accent3"/>
            </a:solidFill>
            <a:ln w="109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A5166DD-A5F9-3DC6-5C2F-D78EB94651F0}"/>
                </a:ext>
              </a:extLst>
            </p:cNvPr>
            <p:cNvSpPr/>
            <p:nvPr/>
          </p:nvSpPr>
          <p:spPr>
            <a:xfrm>
              <a:off x="5553191" y="6238947"/>
              <a:ext cx="328884" cy="326802"/>
            </a:xfrm>
            <a:custGeom>
              <a:avLst/>
              <a:gdLst>
                <a:gd name="connsiteX0" fmla="*/ 0 w 328884"/>
                <a:gd name="connsiteY0" fmla="*/ 49721 h 326802"/>
                <a:gd name="connsiteX1" fmla="*/ 171544 w 328884"/>
                <a:gd name="connsiteY1" fmla="*/ 326803 h 326802"/>
                <a:gd name="connsiteX2" fmla="*/ 328885 w 328884"/>
                <a:gd name="connsiteY2" fmla="*/ 49721 h 326802"/>
                <a:gd name="connsiteX3" fmla="*/ 288894 w 328884"/>
                <a:gd name="connsiteY3" fmla="*/ 51721 h 326802"/>
                <a:gd name="connsiteX4" fmla="*/ 249231 w 328884"/>
                <a:gd name="connsiteY4" fmla="*/ 0 h 326802"/>
                <a:gd name="connsiteX5" fmla="*/ 160509 w 328884"/>
                <a:gd name="connsiteY5" fmla="*/ 37719 h 326802"/>
                <a:gd name="connsiteX6" fmla="*/ 77140 w 328884"/>
                <a:gd name="connsiteY6" fmla="*/ 0 h 326802"/>
                <a:gd name="connsiteX7" fmla="*/ 0 w 328884"/>
                <a:gd name="connsiteY7" fmla="*/ 49816 h 326802"/>
                <a:gd name="connsiteX8" fmla="*/ 0 w 328884"/>
                <a:gd name="connsiteY8" fmla="*/ 49816 h 326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8884" h="326802">
                  <a:moveTo>
                    <a:pt x="0" y="49721"/>
                  </a:moveTo>
                  <a:lnTo>
                    <a:pt x="171544" y="326803"/>
                  </a:lnTo>
                  <a:lnTo>
                    <a:pt x="328885" y="49721"/>
                  </a:lnTo>
                  <a:cubicBezTo>
                    <a:pt x="328885" y="49721"/>
                    <a:pt x="307906" y="60008"/>
                    <a:pt x="288894" y="51721"/>
                  </a:cubicBezTo>
                  <a:cubicBezTo>
                    <a:pt x="265184" y="41339"/>
                    <a:pt x="249231" y="0"/>
                    <a:pt x="249231" y="0"/>
                  </a:cubicBezTo>
                  <a:cubicBezTo>
                    <a:pt x="249231" y="0"/>
                    <a:pt x="204433" y="38386"/>
                    <a:pt x="160509" y="37719"/>
                  </a:cubicBezTo>
                  <a:cubicBezTo>
                    <a:pt x="116585" y="37052"/>
                    <a:pt x="77140" y="0"/>
                    <a:pt x="77140" y="0"/>
                  </a:cubicBezTo>
                  <a:cubicBezTo>
                    <a:pt x="77140" y="0"/>
                    <a:pt x="39226" y="85820"/>
                    <a:pt x="0" y="49816"/>
                  </a:cubicBezTo>
                  <a:lnTo>
                    <a:pt x="0" y="49816"/>
                  </a:lnTo>
                  <a:close/>
                </a:path>
              </a:pathLst>
            </a:custGeom>
            <a:gradFill>
              <a:gsLst>
                <a:gs pos="59400">
                  <a:schemeClr val="tx1">
                    <a:lumMod val="85000"/>
                    <a:lumOff val="15000"/>
                  </a:schemeClr>
                </a:gs>
                <a:gs pos="0">
                  <a:schemeClr val="tx1">
                    <a:lumMod val="65000"/>
                    <a:lumOff val="35000"/>
                  </a:schemeClr>
                </a:gs>
                <a:gs pos="99000">
                  <a:schemeClr val="tx1">
                    <a:lumMod val="95000"/>
                    <a:lumOff val="5000"/>
                  </a:schemeClr>
                </a:gs>
              </a:gsLst>
              <a:lin ang="0" scaled="1"/>
            </a:gradFill>
            <a:ln w="109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142C6F8-0616-9461-CF7B-2DF8362AA9F2}"/>
                </a:ext>
              </a:extLst>
            </p:cNvPr>
            <p:cNvSpPr/>
            <p:nvPr/>
          </p:nvSpPr>
          <p:spPr>
            <a:xfrm>
              <a:off x="5232683" y="5744409"/>
              <a:ext cx="582" cy="27146"/>
            </a:xfrm>
            <a:custGeom>
              <a:avLst/>
              <a:gdLst>
                <a:gd name="connsiteX0" fmla="*/ 583 w 582"/>
                <a:gd name="connsiteY0" fmla="*/ 27146 h 27146"/>
                <a:gd name="connsiteX1" fmla="*/ 583 w 582"/>
                <a:gd name="connsiteY1" fmla="*/ 0 h 27146"/>
                <a:gd name="connsiteX2" fmla="*/ 583 w 582"/>
                <a:gd name="connsiteY2" fmla="*/ 27146 h 27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" h="27146">
                  <a:moveTo>
                    <a:pt x="583" y="27146"/>
                  </a:moveTo>
                  <a:lnTo>
                    <a:pt x="583" y="0"/>
                  </a:lnTo>
                  <a:cubicBezTo>
                    <a:pt x="-728" y="15145"/>
                    <a:pt x="583" y="26289"/>
                    <a:pt x="583" y="27146"/>
                  </a:cubicBezTo>
                  <a:close/>
                </a:path>
              </a:pathLst>
            </a:custGeom>
            <a:solidFill>
              <a:srgbClr val="FFDC24"/>
            </a:solidFill>
            <a:ln w="109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E9A58B-D66A-CD44-6A36-92F94BA76A16}"/>
                </a:ext>
              </a:extLst>
            </p:cNvPr>
            <p:cNvSpPr/>
            <p:nvPr/>
          </p:nvSpPr>
          <p:spPr>
            <a:xfrm>
              <a:off x="5233266" y="5744218"/>
              <a:ext cx="10926" cy="27432"/>
            </a:xfrm>
            <a:custGeom>
              <a:avLst/>
              <a:gdLst>
                <a:gd name="connsiteX0" fmla="*/ 0 w 10926"/>
                <a:gd name="connsiteY0" fmla="*/ 95 h 27432"/>
                <a:gd name="connsiteX1" fmla="*/ 0 w 10926"/>
                <a:gd name="connsiteY1" fmla="*/ 191 h 27432"/>
                <a:gd name="connsiteX2" fmla="*/ 0 w 10926"/>
                <a:gd name="connsiteY2" fmla="*/ 27337 h 27432"/>
                <a:gd name="connsiteX3" fmla="*/ 0 w 10926"/>
                <a:gd name="connsiteY3" fmla="*/ 27432 h 27432"/>
                <a:gd name="connsiteX4" fmla="*/ 0 w 10926"/>
                <a:gd name="connsiteY4" fmla="*/ 0 h 27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26" h="27432">
                  <a:moveTo>
                    <a:pt x="0" y="95"/>
                  </a:moveTo>
                  <a:cubicBezTo>
                    <a:pt x="0" y="95"/>
                    <a:pt x="0" y="95"/>
                    <a:pt x="0" y="191"/>
                  </a:cubicBezTo>
                  <a:lnTo>
                    <a:pt x="0" y="27337"/>
                  </a:lnTo>
                  <a:cubicBezTo>
                    <a:pt x="0" y="27337"/>
                    <a:pt x="0" y="27432"/>
                    <a:pt x="0" y="2743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8BF15"/>
            </a:solidFill>
            <a:ln w="109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21" name="Graphic 3">
            <a:extLst>
              <a:ext uri="{FF2B5EF4-FFF2-40B4-BE49-F238E27FC236}">
                <a16:creationId xmlns:a16="http://schemas.microsoft.com/office/drawing/2014/main" id="{E85DAFAB-74CA-ACDD-5A7E-C77E393D98CA}"/>
              </a:ext>
            </a:extLst>
          </p:cNvPr>
          <p:cNvGrpSpPr/>
          <p:nvPr/>
        </p:nvGrpSpPr>
        <p:grpSpPr>
          <a:xfrm>
            <a:off x="5561347" y="4157330"/>
            <a:ext cx="1028444" cy="224732"/>
            <a:chOff x="5233156" y="4323997"/>
            <a:chExt cx="941964" cy="205835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D2D65FA-7937-59B2-FE3E-01149756453D}"/>
                </a:ext>
              </a:extLst>
            </p:cNvPr>
            <p:cNvSpPr/>
            <p:nvPr/>
          </p:nvSpPr>
          <p:spPr>
            <a:xfrm>
              <a:off x="5233156" y="4323997"/>
              <a:ext cx="941964" cy="205835"/>
            </a:xfrm>
            <a:custGeom>
              <a:avLst/>
              <a:gdLst>
                <a:gd name="connsiteX0" fmla="*/ 941965 w 941964"/>
                <a:gd name="connsiteY0" fmla="*/ 102108 h 205835"/>
                <a:gd name="connsiteX1" fmla="*/ 681479 w 941964"/>
                <a:gd name="connsiteY1" fmla="*/ 205835 h 205835"/>
                <a:gd name="connsiteX2" fmla="*/ 262234 w 941964"/>
                <a:gd name="connsiteY2" fmla="*/ 205835 h 205835"/>
                <a:gd name="connsiteX3" fmla="*/ 0 w 941964"/>
                <a:gd name="connsiteY3" fmla="*/ 102108 h 205835"/>
                <a:gd name="connsiteX4" fmla="*/ 260485 w 941964"/>
                <a:gd name="connsiteY4" fmla="*/ 0 h 205835"/>
                <a:gd name="connsiteX5" fmla="*/ 679840 w 941964"/>
                <a:gd name="connsiteY5" fmla="*/ 0 h 205835"/>
                <a:gd name="connsiteX6" fmla="*/ 941965 w 941964"/>
                <a:gd name="connsiteY6" fmla="*/ 102108 h 20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1964" h="205835">
                  <a:moveTo>
                    <a:pt x="941965" y="102108"/>
                  </a:moveTo>
                  <a:lnTo>
                    <a:pt x="681479" y="205835"/>
                  </a:lnTo>
                  <a:lnTo>
                    <a:pt x="262234" y="205835"/>
                  </a:lnTo>
                  <a:lnTo>
                    <a:pt x="0" y="102108"/>
                  </a:lnTo>
                  <a:lnTo>
                    <a:pt x="260485" y="0"/>
                  </a:lnTo>
                  <a:lnTo>
                    <a:pt x="679840" y="0"/>
                  </a:lnTo>
                  <a:lnTo>
                    <a:pt x="941965" y="102108"/>
                  </a:lnTo>
                  <a:close/>
                </a:path>
              </a:pathLst>
            </a:custGeom>
            <a:gradFill>
              <a:gsLst>
                <a:gs pos="0">
                  <a:srgbClr val="DEB571"/>
                </a:gs>
                <a:gs pos="100000">
                  <a:srgbClr val="CD923B"/>
                </a:gs>
              </a:gsLst>
              <a:lin ang="0" scaled="1"/>
            </a:gradFill>
            <a:ln w="109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22B619A-0BE9-2836-71A5-AF712603EC41}"/>
                </a:ext>
              </a:extLst>
            </p:cNvPr>
            <p:cNvSpPr/>
            <p:nvPr/>
          </p:nvSpPr>
          <p:spPr>
            <a:xfrm>
              <a:off x="5583784" y="4389624"/>
              <a:ext cx="240817" cy="72961"/>
            </a:xfrm>
            <a:custGeom>
              <a:avLst/>
              <a:gdLst>
                <a:gd name="connsiteX0" fmla="*/ 240818 w 240817"/>
                <a:gd name="connsiteY0" fmla="*/ 36481 h 72961"/>
                <a:gd name="connsiteX1" fmla="*/ 120409 w 240817"/>
                <a:gd name="connsiteY1" fmla="*/ 72961 h 72961"/>
                <a:gd name="connsiteX2" fmla="*/ 0 w 240817"/>
                <a:gd name="connsiteY2" fmla="*/ 36481 h 72961"/>
                <a:gd name="connsiteX3" fmla="*/ 120409 w 240817"/>
                <a:gd name="connsiteY3" fmla="*/ 0 h 72961"/>
                <a:gd name="connsiteX4" fmla="*/ 240818 w 240817"/>
                <a:gd name="connsiteY4" fmla="*/ 36481 h 72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17" h="72961">
                  <a:moveTo>
                    <a:pt x="240818" y="36481"/>
                  </a:moveTo>
                  <a:cubicBezTo>
                    <a:pt x="240818" y="56629"/>
                    <a:pt x="186909" y="72961"/>
                    <a:pt x="120409" y="72961"/>
                  </a:cubicBezTo>
                  <a:cubicBezTo>
                    <a:pt x="53909" y="72961"/>
                    <a:pt x="0" y="56628"/>
                    <a:pt x="0" y="36481"/>
                  </a:cubicBezTo>
                  <a:cubicBezTo>
                    <a:pt x="0" y="16333"/>
                    <a:pt x="53909" y="0"/>
                    <a:pt x="120409" y="0"/>
                  </a:cubicBezTo>
                  <a:cubicBezTo>
                    <a:pt x="186909" y="0"/>
                    <a:pt x="240818" y="16333"/>
                    <a:pt x="240818" y="36481"/>
                  </a:cubicBezTo>
                  <a:close/>
                </a:path>
              </a:pathLst>
            </a:custGeom>
            <a:solidFill>
              <a:srgbClr val="0A0A0A"/>
            </a:solidFill>
            <a:ln w="109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87054D0-681B-672B-3DDE-EEB25676BA59}"/>
              </a:ext>
            </a:extLst>
          </p:cNvPr>
          <p:cNvSpPr/>
          <p:nvPr/>
        </p:nvSpPr>
        <p:spPr>
          <a:xfrm>
            <a:off x="5561348" y="4266167"/>
            <a:ext cx="1028563" cy="1071249"/>
          </a:xfrm>
          <a:custGeom>
            <a:avLst/>
            <a:gdLst>
              <a:gd name="connsiteX0" fmla="*/ 681479 w 942073"/>
              <a:gd name="connsiteY0" fmla="*/ 981170 h 981170"/>
              <a:gd name="connsiteX1" fmla="*/ 942074 w 942073"/>
              <a:gd name="connsiteY1" fmla="*/ 876395 h 981170"/>
              <a:gd name="connsiteX2" fmla="*/ 942074 w 942073"/>
              <a:gd name="connsiteY2" fmla="*/ 876395 h 981170"/>
              <a:gd name="connsiteX3" fmla="*/ 942074 w 942073"/>
              <a:gd name="connsiteY3" fmla="*/ 0 h 981170"/>
              <a:gd name="connsiteX4" fmla="*/ 681479 w 942073"/>
              <a:gd name="connsiteY4" fmla="*/ 104775 h 981170"/>
              <a:gd name="connsiteX5" fmla="*/ 262234 w 942073"/>
              <a:gd name="connsiteY5" fmla="*/ 104775 h 981170"/>
              <a:gd name="connsiteX6" fmla="*/ 0 w 942073"/>
              <a:gd name="connsiteY6" fmla="*/ 0 h 981170"/>
              <a:gd name="connsiteX7" fmla="*/ 0 w 942073"/>
              <a:gd name="connsiteY7" fmla="*/ 876395 h 981170"/>
              <a:gd name="connsiteX8" fmla="*/ 262234 w 942073"/>
              <a:gd name="connsiteY8" fmla="*/ 981170 h 981170"/>
              <a:gd name="connsiteX9" fmla="*/ 681479 w 942073"/>
              <a:gd name="connsiteY9" fmla="*/ 981170 h 981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42073" h="981170">
                <a:moveTo>
                  <a:pt x="681479" y="981170"/>
                </a:moveTo>
                <a:lnTo>
                  <a:pt x="942074" y="876395"/>
                </a:lnTo>
                <a:lnTo>
                  <a:pt x="942074" y="876395"/>
                </a:lnTo>
                <a:lnTo>
                  <a:pt x="942074" y="0"/>
                </a:lnTo>
                <a:lnTo>
                  <a:pt x="681479" y="104775"/>
                </a:lnTo>
                <a:lnTo>
                  <a:pt x="262234" y="104775"/>
                </a:lnTo>
                <a:lnTo>
                  <a:pt x="0" y="0"/>
                </a:lnTo>
                <a:lnTo>
                  <a:pt x="0" y="876395"/>
                </a:lnTo>
                <a:lnTo>
                  <a:pt x="262234" y="981170"/>
                </a:lnTo>
                <a:lnTo>
                  <a:pt x="681479" y="981170"/>
                </a:lnTo>
                <a:close/>
              </a:path>
            </a:pathLst>
          </a:custGeom>
          <a:solidFill>
            <a:schemeClr val="accent5"/>
          </a:solidFill>
          <a:ln w="10926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07CA922-F3A7-9CCF-E256-06CA841AA3B3}"/>
              </a:ext>
            </a:extLst>
          </p:cNvPr>
          <p:cNvSpPr/>
          <p:nvPr/>
        </p:nvSpPr>
        <p:spPr>
          <a:xfrm>
            <a:off x="6305511" y="4266167"/>
            <a:ext cx="284400" cy="1071249"/>
          </a:xfrm>
          <a:custGeom>
            <a:avLst/>
            <a:gdLst>
              <a:gd name="connsiteX0" fmla="*/ 260485 w 260485"/>
              <a:gd name="connsiteY0" fmla="*/ 876395 h 981170"/>
              <a:gd name="connsiteX1" fmla="*/ 260485 w 260485"/>
              <a:gd name="connsiteY1" fmla="*/ 0 h 981170"/>
              <a:gd name="connsiteX2" fmla="*/ 0 w 260485"/>
              <a:gd name="connsiteY2" fmla="*/ 104775 h 981170"/>
              <a:gd name="connsiteX3" fmla="*/ 0 w 260485"/>
              <a:gd name="connsiteY3" fmla="*/ 981170 h 981170"/>
              <a:gd name="connsiteX4" fmla="*/ 260485 w 260485"/>
              <a:gd name="connsiteY4" fmla="*/ 876395 h 981170"/>
              <a:gd name="connsiteX5" fmla="*/ 260485 w 260485"/>
              <a:gd name="connsiteY5" fmla="*/ 876395 h 981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485" h="981170">
                <a:moveTo>
                  <a:pt x="260485" y="876395"/>
                </a:moveTo>
                <a:lnTo>
                  <a:pt x="260485" y="0"/>
                </a:lnTo>
                <a:lnTo>
                  <a:pt x="0" y="104775"/>
                </a:lnTo>
                <a:lnTo>
                  <a:pt x="0" y="981170"/>
                </a:lnTo>
                <a:lnTo>
                  <a:pt x="260485" y="876395"/>
                </a:lnTo>
                <a:lnTo>
                  <a:pt x="260485" y="876395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10926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B437EFE-DB54-23AB-3E20-B1BDAF5B2110}"/>
              </a:ext>
            </a:extLst>
          </p:cNvPr>
          <p:cNvSpPr/>
          <p:nvPr/>
        </p:nvSpPr>
        <p:spPr>
          <a:xfrm>
            <a:off x="5561468" y="4266271"/>
            <a:ext cx="286189" cy="1071145"/>
          </a:xfrm>
          <a:custGeom>
            <a:avLst/>
            <a:gdLst>
              <a:gd name="connsiteX0" fmla="*/ 0 w 262124"/>
              <a:gd name="connsiteY0" fmla="*/ 0 h 981075"/>
              <a:gd name="connsiteX1" fmla="*/ 0 w 262124"/>
              <a:gd name="connsiteY1" fmla="*/ 876300 h 981075"/>
              <a:gd name="connsiteX2" fmla="*/ 262124 w 262124"/>
              <a:gd name="connsiteY2" fmla="*/ 981075 h 981075"/>
              <a:gd name="connsiteX3" fmla="*/ 262124 w 262124"/>
              <a:gd name="connsiteY3" fmla="*/ 104680 h 981075"/>
              <a:gd name="connsiteX4" fmla="*/ 0 w 262124"/>
              <a:gd name="connsiteY4" fmla="*/ 0 h 98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2124" h="981075">
                <a:moveTo>
                  <a:pt x="0" y="0"/>
                </a:moveTo>
                <a:lnTo>
                  <a:pt x="0" y="876300"/>
                </a:lnTo>
                <a:lnTo>
                  <a:pt x="262124" y="981075"/>
                </a:lnTo>
                <a:lnTo>
                  <a:pt x="262124" y="10468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10926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30" name="Graphic 3">
            <a:extLst>
              <a:ext uri="{FF2B5EF4-FFF2-40B4-BE49-F238E27FC236}">
                <a16:creationId xmlns:a16="http://schemas.microsoft.com/office/drawing/2014/main" id="{914A6E02-B371-2851-A7B6-0CA7233B4666}"/>
              </a:ext>
            </a:extLst>
          </p:cNvPr>
          <p:cNvGrpSpPr/>
          <p:nvPr/>
        </p:nvGrpSpPr>
        <p:grpSpPr>
          <a:xfrm>
            <a:off x="5561347" y="3013180"/>
            <a:ext cx="1028444" cy="224836"/>
            <a:chOff x="5233156" y="3276056"/>
            <a:chExt cx="941964" cy="205930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4CEC1F9-B850-4C99-D8EC-556BB5A39983}"/>
                </a:ext>
              </a:extLst>
            </p:cNvPr>
            <p:cNvSpPr/>
            <p:nvPr/>
          </p:nvSpPr>
          <p:spPr>
            <a:xfrm>
              <a:off x="5233156" y="3276056"/>
              <a:ext cx="941964" cy="205930"/>
            </a:xfrm>
            <a:custGeom>
              <a:avLst/>
              <a:gdLst>
                <a:gd name="connsiteX0" fmla="*/ 941965 w 941964"/>
                <a:gd name="connsiteY0" fmla="*/ 102108 h 205930"/>
                <a:gd name="connsiteX1" fmla="*/ 681479 w 941964"/>
                <a:gd name="connsiteY1" fmla="*/ 205931 h 205930"/>
                <a:gd name="connsiteX2" fmla="*/ 262234 w 941964"/>
                <a:gd name="connsiteY2" fmla="*/ 205931 h 205930"/>
                <a:gd name="connsiteX3" fmla="*/ 0 w 941964"/>
                <a:gd name="connsiteY3" fmla="*/ 102108 h 205930"/>
                <a:gd name="connsiteX4" fmla="*/ 260485 w 941964"/>
                <a:gd name="connsiteY4" fmla="*/ 0 h 205930"/>
                <a:gd name="connsiteX5" fmla="*/ 679840 w 941964"/>
                <a:gd name="connsiteY5" fmla="*/ 0 h 205930"/>
                <a:gd name="connsiteX6" fmla="*/ 941965 w 941964"/>
                <a:gd name="connsiteY6" fmla="*/ 102108 h 205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1964" h="205930">
                  <a:moveTo>
                    <a:pt x="941965" y="102108"/>
                  </a:moveTo>
                  <a:lnTo>
                    <a:pt x="681479" y="205931"/>
                  </a:lnTo>
                  <a:lnTo>
                    <a:pt x="262234" y="205931"/>
                  </a:lnTo>
                  <a:lnTo>
                    <a:pt x="0" y="102108"/>
                  </a:lnTo>
                  <a:lnTo>
                    <a:pt x="260485" y="0"/>
                  </a:lnTo>
                  <a:lnTo>
                    <a:pt x="679840" y="0"/>
                  </a:lnTo>
                  <a:lnTo>
                    <a:pt x="941965" y="102108"/>
                  </a:lnTo>
                  <a:close/>
                </a:path>
              </a:pathLst>
            </a:custGeom>
            <a:gradFill>
              <a:gsLst>
                <a:gs pos="0">
                  <a:srgbClr val="DEB571"/>
                </a:gs>
                <a:gs pos="100000">
                  <a:srgbClr val="CD923B"/>
                </a:gs>
              </a:gsLst>
              <a:lin ang="0" scaled="1"/>
            </a:gradFill>
            <a:ln w="109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8371ECC-74F1-E233-CCEB-88E4D1D99AEE}"/>
                </a:ext>
              </a:extLst>
            </p:cNvPr>
            <p:cNvSpPr/>
            <p:nvPr/>
          </p:nvSpPr>
          <p:spPr>
            <a:xfrm>
              <a:off x="5583784" y="3341683"/>
              <a:ext cx="240817" cy="72961"/>
            </a:xfrm>
            <a:custGeom>
              <a:avLst/>
              <a:gdLst>
                <a:gd name="connsiteX0" fmla="*/ 240818 w 240817"/>
                <a:gd name="connsiteY0" fmla="*/ 36481 h 72961"/>
                <a:gd name="connsiteX1" fmla="*/ 120409 w 240817"/>
                <a:gd name="connsiteY1" fmla="*/ 72961 h 72961"/>
                <a:gd name="connsiteX2" fmla="*/ 0 w 240817"/>
                <a:gd name="connsiteY2" fmla="*/ 36481 h 72961"/>
                <a:gd name="connsiteX3" fmla="*/ 120409 w 240817"/>
                <a:gd name="connsiteY3" fmla="*/ 0 h 72961"/>
                <a:gd name="connsiteX4" fmla="*/ 240818 w 240817"/>
                <a:gd name="connsiteY4" fmla="*/ 36481 h 72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17" h="72961">
                  <a:moveTo>
                    <a:pt x="240818" y="36481"/>
                  </a:moveTo>
                  <a:cubicBezTo>
                    <a:pt x="240818" y="56628"/>
                    <a:pt x="186909" y="72961"/>
                    <a:pt x="120409" y="72961"/>
                  </a:cubicBezTo>
                  <a:cubicBezTo>
                    <a:pt x="53909" y="72961"/>
                    <a:pt x="0" y="56628"/>
                    <a:pt x="0" y="36481"/>
                  </a:cubicBezTo>
                  <a:cubicBezTo>
                    <a:pt x="0" y="16333"/>
                    <a:pt x="53909" y="0"/>
                    <a:pt x="120409" y="0"/>
                  </a:cubicBezTo>
                  <a:cubicBezTo>
                    <a:pt x="186909" y="0"/>
                    <a:pt x="240818" y="16333"/>
                    <a:pt x="240818" y="36481"/>
                  </a:cubicBezTo>
                  <a:close/>
                </a:path>
              </a:pathLst>
            </a:custGeom>
            <a:solidFill>
              <a:srgbClr val="0A0A0A"/>
            </a:solidFill>
            <a:ln w="109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ADE8834-7864-48C4-A9F5-4447448C2AC2}"/>
              </a:ext>
            </a:extLst>
          </p:cNvPr>
          <p:cNvSpPr/>
          <p:nvPr/>
        </p:nvSpPr>
        <p:spPr>
          <a:xfrm>
            <a:off x="5561348" y="3122121"/>
            <a:ext cx="1028563" cy="1071144"/>
          </a:xfrm>
          <a:custGeom>
            <a:avLst/>
            <a:gdLst>
              <a:gd name="connsiteX0" fmla="*/ 681479 w 942073"/>
              <a:gd name="connsiteY0" fmla="*/ 981075 h 981074"/>
              <a:gd name="connsiteX1" fmla="*/ 942074 w 942073"/>
              <a:gd name="connsiteY1" fmla="*/ 876300 h 981074"/>
              <a:gd name="connsiteX2" fmla="*/ 942074 w 942073"/>
              <a:gd name="connsiteY2" fmla="*/ 876300 h 981074"/>
              <a:gd name="connsiteX3" fmla="*/ 942074 w 942073"/>
              <a:gd name="connsiteY3" fmla="*/ 0 h 981074"/>
              <a:gd name="connsiteX4" fmla="*/ 681479 w 942073"/>
              <a:gd name="connsiteY4" fmla="*/ 104775 h 981074"/>
              <a:gd name="connsiteX5" fmla="*/ 262234 w 942073"/>
              <a:gd name="connsiteY5" fmla="*/ 104775 h 981074"/>
              <a:gd name="connsiteX6" fmla="*/ 0 w 942073"/>
              <a:gd name="connsiteY6" fmla="*/ 0 h 981074"/>
              <a:gd name="connsiteX7" fmla="*/ 0 w 942073"/>
              <a:gd name="connsiteY7" fmla="*/ 876300 h 981074"/>
              <a:gd name="connsiteX8" fmla="*/ 262234 w 942073"/>
              <a:gd name="connsiteY8" fmla="*/ 981075 h 981074"/>
              <a:gd name="connsiteX9" fmla="*/ 681479 w 942073"/>
              <a:gd name="connsiteY9" fmla="*/ 981075 h 98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42073" h="981074">
                <a:moveTo>
                  <a:pt x="681479" y="981075"/>
                </a:moveTo>
                <a:lnTo>
                  <a:pt x="942074" y="876300"/>
                </a:lnTo>
                <a:lnTo>
                  <a:pt x="942074" y="876300"/>
                </a:lnTo>
                <a:lnTo>
                  <a:pt x="942074" y="0"/>
                </a:lnTo>
                <a:lnTo>
                  <a:pt x="681479" y="104775"/>
                </a:lnTo>
                <a:lnTo>
                  <a:pt x="262234" y="104775"/>
                </a:lnTo>
                <a:lnTo>
                  <a:pt x="0" y="0"/>
                </a:lnTo>
                <a:lnTo>
                  <a:pt x="0" y="876300"/>
                </a:lnTo>
                <a:lnTo>
                  <a:pt x="262234" y="981075"/>
                </a:lnTo>
                <a:lnTo>
                  <a:pt x="681479" y="981075"/>
                </a:lnTo>
                <a:close/>
              </a:path>
            </a:pathLst>
          </a:custGeom>
          <a:solidFill>
            <a:schemeClr val="accent4"/>
          </a:solidFill>
          <a:ln w="10926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DAD2DBCD-A0B3-90E6-1C75-B5361A74B327}"/>
              </a:ext>
            </a:extLst>
          </p:cNvPr>
          <p:cNvSpPr/>
          <p:nvPr/>
        </p:nvSpPr>
        <p:spPr>
          <a:xfrm>
            <a:off x="6305511" y="3122121"/>
            <a:ext cx="284400" cy="1071144"/>
          </a:xfrm>
          <a:custGeom>
            <a:avLst/>
            <a:gdLst>
              <a:gd name="connsiteX0" fmla="*/ 260485 w 260485"/>
              <a:gd name="connsiteY0" fmla="*/ 876300 h 981074"/>
              <a:gd name="connsiteX1" fmla="*/ 260485 w 260485"/>
              <a:gd name="connsiteY1" fmla="*/ 0 h 981074"/>
              <a:gd name="connsiteX2" fmla="*/ 0 w 260485"/>
              <a:gd name="connsiteY2" fmla="*/ 104775 h 981074"/>
              <a:gd name="connsiteX3" fmla="*/ 0 w 260485"/>
              <a:gd name="connsiteY3" fmla="*/ 981075 h 981074"/>
              <a:gd name="connsiteX4" fmla="*/ 260485 w 260485"/>
              <a:gd name="connsiteY4" fmla="*/ 876300 h 981074"/>
              <a:gd name="connsiteX5" fmla="*/ 260485 w 260485"/>
              <a:gd name="connsiteY5" fmla="*/ 876300 h 98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485" h="981074">
                <a:moveTo>
                  <a:pt x="260485" y="876300"/>
                </a:moveTo>
                <a:lnTo>
                  <a:pt x="260485" y="0"/>
                </a:lnTo>
                <a:lnTo>
                  <a:pt x="0" y="104775"/>
                </a:lnTo>
                <a:lnTo>
                  <a:pt x="0" y="981075"/>
                </a:lnTo>
                <a:lnTo>
                  <a:pt x="260485" y="876300"/>
                </a:lnTo>
                <a:lnTo>
                  <a:pt x="260485" y="87630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10926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A78CDE6A-1D3F-3B0C-D4EC-506C9CE04BAC}"/>
              </a:ext>
            </a:extLst>
          </p:cNvPr>
          <p:cNvSpPr/>
          <p:nvPr/>
        </p:nvSpPr>
        <p:spPr>
          <a:xfrm>
            <a:off x="5561468" y="3122121"/>
            <a:ext cx="286189" cy="1071144"/>
          </a:xfrm>
          <a:custGeom>
            <a:avLst/>
            <a:gdLst>
              <a:gd name="connsiteX0" fmla="*/ 0 w 262124"/>
              <a:gd name="connsiteY0" fmla="*/ 0 h 981074"/>
              <a:gd name="connsiteX1" fmla="*/ 0 w 262124"/>
              <a:gd name="connsiteY1" fmla="*/ 876300 h 981074"/>
              <a:gd name="connsiteX2" fmla="*/ 262124 w 262124"/>
              <a:gd name="connsiteY2" fmla="*/ 981075 h 981074"/>
              <a:gd name="connsiteX3" fmla="*/ 262124 w 262124"/>
              <a:gd name="connsiteY3" fmla="*/ 104775 h 981074"/>
              <a:gd name="connsiteX4" fmla="*/ 0 w 262124"/>
              <a:gd name="connsiteY4" fmla="*/ 0 h 98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2124" h="981074">
                <a:moveTo>
                  <a:pt x="0" y="0"/>
                </a:moveTo>
                <a:lnTo>
                  <a:pt x="0" y="876300"/>
                </a:lnTo>
                <a:lnTo>
                  <a:pt x="262124" y="981075"/>
                </a:lnTo>
                <a:lnTo>
                  <a:pt x="262124" y="10477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0926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40" name="Graphic 3">
            <a:extLst>
              <a:ext uri="{FF2B5EF4-FFF2-40B4-BE49-F238E27FC236}">
                <a16:creationId xmlns:a16="http://schemas.microsoft.com/office/drawing/2014/main" id="{0168063F-E8B2-951A-2775-6F143E50A582}"/>
              </a:ext>
            </a:extLst>
          </p:cNvPr>
          <p:cNvGrpSpPr/>
          <p:nvPr/>
        </p:nvGrpSpPr>
        <p:grpSpPr>
          <a:xfrm>
            <a:off x="5561347" y="1872701"/>
            <a:ext cx="1028444" cy="224836"/>
            <a:chOff x="5233156" y="2228115"/>
            <a:chExt cx="941964" cy="205930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1CD9DF76-4FDB-8FB1-4A46-F360995E46EA}"/>
                </a:ext>
              </a:extLst>
            </p:cNvPr>
            <p:cNvSpPr/>
            <p:nvPr/>
          </p:nvSpPr>
          <p:spPr>
            <a:xfrm>
              <a:off x="5233156" y="2228115"/>
              <a:ext cx="941964" cy="205930"/>
            </a:xfrm>
            <a:custGeom>
              <a:avLst/>
              <a:gdLst>
                <a:gd name="connsiteX0" fmla="*/ 941965 w 941964"/>
                <a:gd name="connsiteY0" fmla="*/ 102203 h 205930"/>
                <a:gd name="connsiteX1" fmla="*/ 681479 w 941964"/>
                <a:gd name="connsiteY1" fmla="*/ 205931 h 205930"/>
                <a:gd name="connsiteX2" fmla="*/ 262234 w 941964"/>
                <a:gd name="connsiteY2" fmla="*/ 205931 h 205930"/>
                <a:gd name="connsiteX3" fmla="*/ 0 w 941964"/>
                <a:gd name="connsiteY3" fmla="*/ 102203 h 205930"/>
                <a:gd name="connsiteX4" fmla="*/ 260485 w 941964"/>
                <a:gd name="connsiteY4" fmla="*/ 0 h 205930"/>
                <a:gd name="connsiteX5" fmla="*/ 679840 w 941964"/>
                <a:gd name="connsiteY5" fmla="*/ 0 h 205930"/>
                <a:gd name="connsiteX6" fmla="*/ 941965 w 941964"/>
                <a:gd name="connsiteY6" fmla="*/ 102203 h 205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1964" h="205930">
                  <a:moveTo>
                    <a:pt x="941965" y="102203"/>
                  </a:moveTo>
                  <a:lnTo>
                    <a:pt x="681479" y="205931"/>
                  </a:lnTo>
                  <a:lnTo>
                    <a:pt x="262234" y="205931"/>
                  </a:lnTo>
                  <a:lnTo>
                    <a:pt x="0" y="102203"/>
                  </a:lnTo>
                  <a:lnTo>
                    <a:pt x="260485" y="0"/>
                  </a:lnTo>
                  <a:lnTo>
                    <a:pt x="679840" y="0"/>
                  </a:lnTo>
                  <a:lnTo>
                    <a:pt x="941965" y="102203"/>
                  </a:lnTo>
                  <a:close/>
                </a:path>
              </a:pathLst>
            </a:custGeom>
            <a:gradFill>
              <a:gsLst>
                <a:gs pos="0">
                  <a:srgbClr val="DEB571"/>
                </a:gs>
                <a:gs pos="100000">
                  <a:srgbClr val="CD923B"/>
                </a:gs>
              </a:gsLst>
              <a:lin ang="0" scaled="1"/>
            </a:gradFill>
            <a:ln w="109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AFF2D39-61BC-508B-C4A1-F2FF2D7A4BC4}"/>
                </a:ext>
              </a:extLst>
            </p:cNvPr>
            <p:cNvSpPr/>
            <p:nvPr/>
          </p:nvSpPr>
          <p:spPr>
            <a:xfrm>
              <a:off x="5583784" y="2293838"/>
              <a:ext cx="240817" cy="72961"/>
            </a:xfrm>
            <a:custGeom>
              <a:avLst/>
              <a:gdLst>
                <a:gd name="connsiteX0" fmla="*/ 240818 w 240817"/>
                <a:gd name="connsiteY0" fmla="*/ 36481 h 72961"/>
                <a:gd name="connsiteX1" fmla="*/ 120409 w 240817"/>
                <a:gd name="connsiteY1" fmla="*/ 72962 h 72961"/>
                <a:gd name="connsiteX2" fmla="*/ 0 w 240817"/>
                <a:gd name="connsiteY2" fmla="*/ 36481 h 72961"/>
                <a:gd name="connsiteX3" fmla="*/ 120409 w 240817"/>
                <a:gd name="connsiteY3" fmla="*/ 0 h 72961"/>
                <a:gd name="connsiteX4" fmla="*/ 240818 w 240817"/>
                <a:gd name="connsiteY4" fmla="*/ 36481 h 72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817" h="72961">
                  <a:moveTo>
                    <a:pt x="240818" y="36481"/>
                  </a:moveTo>
                  <a:cubicBezTo>
                    <a:pt x="240818" y="56629"/>
                    <a:pt x="186909" y="72962"/>
                    <a:pt x="120409" y="72962"/>
                  </a:cubicBezTo>
                  <a:cubicBezTo>
                    <a:pt x="53909" y="72962"/>
                    <a:pt x="0" y="56629"/>
                    <a:pt x="0" y="36481"/>
                  </a:cubicBezTo>
                  <a:cubicBezTo>
                    <a:pt x="0" y="16333"/>
                    <a:pt x="53909" y="0"/>
                    <a:pt x="120409" y="0"/>
                  </a:cubicBezTo>
                  <a:cubicBezTo>
                    <a:pt x="186909" y="0"/>
                    <a:pt x="240818" y="16333"/>
                    <a:pt x="240818" y="36481"/>
                  </a:cubicBezTo>
                  <a:close/>
                </a:path>
              </a:pathLst>
            </a:custGeom>
            <a:solidFill>
              <a:srgbClr val="0A0A0A"/>
            </a:solidFill>
            <a:ln w="109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3CF5814D-2785-1285-FA12-3A3C36247791}"/>
              </a:ext>
            </a:extLst>
          </p:cNvPr>
          <p:cNvSpPr/>
          <p:nvPr/>
        </p:nvSpPr>
        <p:spPr>
          <a:xfrm>
            <a:off x="5561348" y="1977972"/>
            <a:ext cx="1028563" cy="1071145"/>
          </a:xfrm>
          <a:custGeom>
            <a:avLst/>
            <a:gdLst>
              <a:gd name="connsiteX0" fmla="*/ 681479 w 942073"/>
              <a:gd name="connsiteY0" fmla="*/ 981075 h 981075"/>
              <a:gd name="connsiteX1" fmla="*/ 942074 w 942073"/>
              <a:gd name="connsiteY1" fmla="*/ 876395 h 981075"/>
              <a:gd name="connsiteX2" fmla="*/ 942074 w 942073"/>
              <a:gd name="connsiteY2" fmla="*/ 876300 h 981075"/>
              <a:gd name="connsiteX3" fmla="*/ 942074 w 942073"/>
              <a:gd name="connsiteY3" fmla="*/ 0 h 981075"/>
              <a:gd name="connsiteX4" fmla="*/ 681479 w 942073"/>
              <a:gd name="connsiteY4" fmla="*/ 104775 h 981075"/>
              <a:gd name="connsiteX5" fmla="*/ 262234 w 942073"/>
              <a:gd name="connsiteY5" fmla="*/ 104775 h 981075"/>
              <a:gd name="connsiteX6" fmla="*/ 0 w 942073"/>
              <a:gd name="connsiteY6" fmla="*/ 0 h 981075"/>
              <a:gd name="connsiteX7" fmla="*/ 0 w 942073"/>
              <a:gd name="connsiteY7" fmla="*/ 876395 h 981075"/>
              <a:gd name="connsiteX8" fmla="*/ 262234 w 942073"/>
              <a:gd name="connsiteY8" fmla="*/ 981075 h 981075"/>
              <a:gd name="connsiteX9" fmla="*/ 681479 w 942073"/>
              <a:gd name="connsiteY9" fmla="*/ 981075 h 98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42073" h="981075">
                <a:moveTo>
                  <a:pt x="681479" y="981075"/>
                </a:moveTo>
                <a:lnTo>
                  <a:pt x="942074" y="876395"/>
                </a:lnTo>
                <a:lnTo>
                  <a:pt x="942074" y="876300"/>
                </a:lnTo>
                <a:lnTo>
                  <a:pt x="942074" y="0"/>
                </a:lnTo>
                <a:lnTo>
                  <a:pt x="681479" y="104775"/>
                </a:lnTo>
                <a:lnTo>
                  <a:pt x="262234" y="104775"/>
                </a:lnTo>
                <a:lnTo>
                  <a:pt x="0" y="0"/>
                </a:lnTo>
                <a:lnTo>
                  <a:pt x="0" y="876395"/>
                </a:lnTo>
                <a:lnTo>
                  <a:pt x="262234" y="981075"/>
                </a:lnTo>
                <a:lnTo>
                  <a:pt x="681479" y="981075"/>
                </a:lnTo>
                <a:close/>
              </a:path>
            </a:pathLst>
          </a:custGeom>
          <a:solidFill>
            <a:schemeClr val="accent1"/>
          </a:solidFill>
          <a:ln w="10926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8E7C2FC-4A87-DCF4-6236-80CBA70956B7}"/>
              </a:ext>
            </a:extLst>
          </p:cNvPr>
          <p:cNvSpPr/>
          <p:nvPr/>
        </p:nvSpPr>
        <p:spPr>
          <a:xfrm>
            <a:off x="6305511" y="1977972"/>
            <a:ext cx="284400" cy="1071145"/>
          </a:xfrm>
          <a:custGeom>
            <a:avLst/>
            <a:gdLst>
              <a:gd name="connsiteX0" fmla="*/ 260485 w 260485"/>
              <a:gd name="connsiteY0" fmla="*/ 876300 h 981075"/>
              <a:gd name="connsiteX1" fmla="*/ 260485 w 260485"/>
              <a:gd name="connsiteY1" fmla="*/ 0 h 981075"/>
              <a:gd name="connsiteX2" fmla="*/ 0 w 260485"/>
              <a:gd name="connsiteY2" fmla="*/ 104775 h 981075"/>
              <a:gd name="connsiteX3" fmla="*/ 0 w 260485"/>
              <a:gd name="connsiteY3" fmla="*/ 981075 h 981075"/>
              <a:gd name="connsiteX4" fmla="*/ 260485 w 260485"/>
              <a:gd name="connsiteY4" fmla="*/ 876395 h 981075"/>
              <a:gd name="connsiteX5" fmla="*/ 260485 w 260485"/>
              <a:gd name="connsiteY5" fmla="*/ 876300 h 98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485" h="981075">
                <a:moveTo>
                  <a:pt x="260485" y="876300"/>
                </a:moveTo>
                <a:lnTo>
                  <a:pt x="260485" y="0"/>
                </a:lnTo>
                <a:lnTo>
                  <a:pt x="0" y="104775"/>
                </a:lnTo>
                <a:lnTo>
                  <a:pt x="0" y="981075"/>
                </a:lnTo>
                <a:lnTo>
                  <a:pt x="260485" y="876395"/>
                </a:lnTo>
                <a:lnTo>
                  <a:pt x="260485" y="8763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0926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71EB616C-3F19-8A62-8D4B-C7FD4F28C04D}"/>
              </a:ext>
            </a:extLst>
          </p:cNvPr>
          <p:cNvSpPr/>
          <p:nvPr/>
        </p:nvSpPr>
        <p:spPr>
          <a:xfrm>
            <a:off x="5561468" y="1977972"/>
            <a:ext cx="286189" cy="1071145"/>
          </a:xfrm>
          <a:custGeom>
            <a:avLst/>
            <a:gdLst>
              <a:gd name="connsiteX0" fmla="*/ 0 w 262124"/>
              <a:gd name="connsiteY0" fmla="*/ 0 h 981075"/>
              <a:gd name="connsiteX1" fmla="*/ 0 w 262124"/>
              <a:gd name="connsiteY1" fmla="*/ 876395 h 981075"/>
              <a:gd name="connsiteX2" fmla="*/ 262124 w 262124"/>
              <a:gd name="connsiteY2" fmla="*/ 981075 h 981075"/>
              <a:gd name="connsiteX3" fmla="*/ 262124 w 262124"/>
              <a:gd name="connsiteY3" fmla="*/ 104775 h 981075"/>
              <a:gd name="connsiteX4" fmla="*/ 0 w 262124"/>
              <a:gd name="connsiteY4" fmla="*/ 0 h 98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2124" h="981075">
                <a:moveTo>
                  <a:pt x="0" y="0"/>
                </a:moveTo>
                <a:lnTo>
                  <a:pt x="0" y="876395"/>
                </a:lnTo>
                <a:lnTo>
                  <a:pt x="262124" y="981075"/>
                </a:lnTo>
                <a:lnTo>
                  <a:pt x="262124" y="10477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0926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46" name="Graphic 3">
            <a:extLst>
              <a:ext uri="{FF2B5EF4-FFF2-40B4-BE49-F238E27FC236}">
                <a16:creationId xmlns:a16="http://schemas.microsoft.com/office/drawing/2014/main" id="{45FF3ADD-1C98-D3DC-DEA7-B26B89CB6CD3}"/>
              </a:ext>
            </a:extLst>
          </p:cNvPr>
          <p:cNvGrpSpPr/>
          <p:nvPr/>
        </p:nvGrpSpPr>
        <p:grpSpPr>
          <a:xfrm>
            <a:off x="5558245" y="1052737"/>
            <a:ext cx="1031666" cy="869499"/>
            <a:chOff x="5230316" y="1412776"/>
            <a:chExt cx="944916" cy="796385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EF300DD-35F3-86A9-0505-D69C0B7A7DC0}"/>
                </a:ext>
              </a:extLst>
            </p:cNvPr>
            <p:cNvSpPr/>
            <p:nvPr/>
          </p:nvSpPr>
          <p:spPr>
            <a:xfrm>
              <a:off x="5233268" y="1514883"/>
              <a:ext cx="941964" cy="570071"/>
            </a:xfrm>
            <a:custGeom>
              <a:avLst/>
              <a:gdLst>
                <a:gd name="connsiteX0" fmla="*/ 941965 w 941964"/>
                <a:gd name="connsiteY0" fmla="*/ 0 h 570071"/>
                <a:gd name="connsiteX1" fmla="*/ 941965 w 941964"/>
                <a:gd name="connsiteY1" fmla="*/ 490823 h 570071"/>
                <a:gd name="connsiteX2" fmla="*/ 829204 w 941964"/>
                <a:gd name="connsiteY2" fmla="*/ 570071 h 570071"/>
                <a:gd name="connsiteX3" fmla="*/ 112870 w 941964"/>
                <a:gd name="connsiteY3" fmla="*/ 570071 h 570071"/>
                <a:gd name="connsiteX4" fmla="*/ 0 w 941964"/>
                <a:gd name="connsiteY4" fmla="*/ 490823 h 570071"/>
                <a:gd name="connsiteX5" fmla="*/ 0 w 941964"/>
                <a:gd name="connsiteY5" fmla="*/ 0 h 570071"/>
                <a:gd name="connsiteX6" fmla="*/ 941965 w 941964"/>
                <a:gd name="connsiteY6" fmla="*/ 0 h 570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1964" h="570071">
                  <a:moveTo>
                    <a:pt x="941965" y="0"/>
                  </a:moveTo>
                  <a:lnTo>
                    <a:pt x="941965" y="490823"/>
                  </a:lnTo>
                  <a:cubicBezTo>
                    <a:pt x="941965" y="534638"/>
                    <a:pt x="891485" y="570071"/>
                    <a:pt x="829204" y="570071"/>
                  </a:cubicBezTo>
                  <a:lnTo>
                    <a:pt x="112870" y="570071"/>
                  </a:lnTo>
                  <a:cubicBezTo>
                    <a:pt x="50480" y="570071"/>
                    <a:pt x="0" y="534638"/>
                    <a:pt x="0" y="490823"/>
                  </a:cubicBezTo>
                  <a:lnTo>
                    <a:pt x="0" y="0"/>
                  </a:lnTo>
                  <a:lnTo>
                    <a:pt x="941965" y="0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85000"/>
                  </a:schemeClr>
                </a:gs>
                <a:gs pos="63000">
                  <a:schemeClr val="bg1">
                    <a:lumMod val="6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0" scaled="1"/>
            </a:gradFill>
            <a:ln w="109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7A7A7A72-C430-8D0F-A646-40F84742B86B}"/>
                </a:ext>
              </a:extLst>
            </p:cNvPr>
            <p:cNvSpPr/>
            <p:nvPr/>
          </p:nvSpPr>
          <p:spPr>
            <a:xfrm>
              <a:off x="5495390" y="1616992"/>
              <a:ext cx="419355" cy="405741"/>
            </a:xfrm>
            <a:custGeom>
              <a:avLst/>
              <a:gdLst>
                <a:gd name="connsiteX0" fmla="*/ 0 w 419355"/>
                <a:gd name="connsiteY0" fmla="*/ 0 h 379190"/>
                <a:gd name="connsiteX1" fmla="*/ 419355 w 419355"/>
                <a:gd name="connsiteY1" fmla="*/ 0 h 379190"/>
                <a:gd name="connsiteX2" fmla="*/ 419355 w 419355"/>
                <a:gd name="connsiteY2" fmla="*/ 379190 h 379190"/>
                <a:gd name="connsiteX3" fmla="*/ 0 w 419355"/>
                <a:gd name="connsiteY3" fmla="*/ 379190 h 379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9355" h="379190">
                  <a:moveTo>
                    <a:pt x="0" y="0"/>
                  </a:moveTo>
                  <a:lnTo>
                    <a:pt x="419355" y="0"/>
                  </a:lnTo>
                  <a:lnTo>
                    <a:pt x="419355" y="379190"/>
                  </a:lnTo>
                  <a:lnTo>
                    <a:pt x="0" y="37919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09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011DC82-9CA3-216C-84DB-746C2EDC4BF3}"/>
                </a:ext>
              </a:extLst>
            </p:cNvPr>
            <p:cNvSpPr/>
            <p:nvPr/>
          </p:nvSpPr>
          <p:spPr>
            <a:xfrm>
              <a:off x="5230316" y="1412776"/>
              <a:ext cx="941964" cy="204311"/>
            </a:xfrm>
            <a:custGeom>
              <a:avLst/>
              <a:gdLst>
                <a:gd name="connsiteX0" fmla="*/ 941965 w 941964"/>
                <a:gd name="connsiteY0" fmla="*/ 102108 h 204311"/>
                <a:gd name="connsiteX1" fmla="*/ 681479 w 941964"/>
                <a:gd name="connsiteY1" fmla="*/ 204311 h 204311"/>
                <a:gd name="connsiteX2" fmla="*/ 262124 w 941964"/>
                <a:gd name="connsiteY2" fmla="*/ 204311 h 204311"/>
                <a:gd name="connsiteX3" fmla="*/ 0 w 941964"/>
                <a:gd name="connsiteY3" fmla="*/ 102108 h 204311"/>
                <a:gd name="connsiteX4" fmla="*/ 260485 w 941964"/>
                <a:gd name="connsiteY4" fmla="*/ 0 h 204311"/>
                <a:gd name="connsiteX5" fmla="*/ 679840 w 941964"/>
                <a:gd name="connsiteY5" fmla="*/ 0 h 204311"/>
                <a:gd name="connsiteX6" fmla="*/ 941965 w 941964"/>
                <a:gd name="connsiteY6" fmla="*/ 102108 h 204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1964" h="204311">
                  <a:moveTo>
                    <a:pt x="941965" y="102108"/>
                  </a:moveTo>
                  <a:lnTo>
                    <a:pt x="681479" y="204311"/>
                  </a:lnTo>
                  <a:lnTo>
                    <a:pt x="262124" y="204311"/>
                  </a:lnTo>
                  <a:lnTo>
                    <a:pt x="0" y="102108"/>
                  </a:lnTo>
                  <a:lnTo>
                    <a:pt x="260485" y="0"/>
                  </a:lnTo>
                  <a:lnTo>
                    <a:pt x="679840" y="0"/>
                  </a:lnTo>
                  <a:lnTo>
                    <a:pt x="941965" y="10210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1"/>
              <a:tileRect/>
            </a:gradFill>
            <a:ln w="109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9962B30-2BD4-92F5-0540-1BD8C4FFE90D}"/>
                </a:ext>
              </a:extLst>
            </p:cNvPr>
            <p:cNvSpPr/>
            <p:nvPr/>
          </p:nvSpPr>
          <p:spPr>
            <a:xfrm>
              <a:off x="5233156" y="1915981"/>
              <a:ext cx="942073" cy="293084"/>
            </a:xfrm>
            <a:custGeom>
              <a:avLst/>
              <a:gdLst>
                <a:gd name="connsiteX0" fmla="*/ 942074 w 942073"/>
                <a:gd name="connsiteY0" fmla="*/ 0 h 293084"/>
                <a:gd name="connsiteX1" fmla="*/ 681589 w 942073"/>
                <a:gd name="connsiteY1" fmla="*/ 104775 h 293084"/>
                <a:gd name="connsiteX2" fmla="*/ 262234 w 942073"/>
                <a:gd name="connsiteY2" fmla="*/ 104870 h 293084"/>
                <a:gd name="connsiteX3" fmla="*/ 109 w 942073"/>
                <a:gd name="connsiteY3" fmla="*/ 95 h 293084"/>
                <a:gd name="connsiteX4" fmla="*/ 0 w 942073"/>
                <a:gd name="connsiteY4" fmla="*/ 188309 h 293084"/>
                <a:gd name="connsiteX5" fmla="*/ 262234 w 942073"/>
                <a:gd name="connsiteY5" fmla="*/ 293084 h 293084"/>
                <a:gd name="connsiteX6" fmla="*/ 681479 w 942073"/>
                <a:gd name="connsiteY6" fmla="*/ 293084 h 293084"/>
                <a:gd name="connsiteX7" fmla="*/ 942074 w 942073"/>
                <a:gd name="connsiteY7" fmla="*/ 188309 h 293084"/>
                <a:gd name="connsiteX8" fmla="*/ 942074 w 942073"/>
                <a:gd name="connsiteY8" fmla="*/ 0 h 293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2073" h="293084">
                  <a:moveTo>
                    <a:pt x="942074" y="0"/>
                  </a:moveTo>
                  <a:lnTo>
                    <a:pt x="681589" y="104775"/>
                  </a:lnTo>
                  <a:lnTo>
                    <a:pt x="262234" y="104870"/>
                  </a:lnTo>
                  <a:lnTo>
                    <a:pt x="109" y="95"/>
                  </a:lnTo>
                  <a:lnTo>
                    <a:pt x="0" y="188309"/>
                  </a:lnTo>
                  <a:lnTo>
                    <a:pt x="262234" y="293084"/>
                  </a:lnTo>
                  <a:lnTo>
                    <a:pt x="681479" y="293084"/>
                  </a:lnTo>
                  <a:lnTo>
                    <a:pt x="942074" y="188309"/>
                  </a:lnTo>
                  <a:lnTo>
                    <a:pt x="942074" y="0"/>
                  </a:lnTo>
                  <a:close/>
                </a:path>
              </a:pathLst>
            </a:custGeom>
            <a:gradFill flip="none" rotWithShape="1">
              <a:gsLst>
                <a:gs pos="59400">
                  <a:srgbClr val="C4A008"/>
                </a:gs>
                <a:gs pos="0">
                  <a:srgbClr val="FAE690"/>
                </a:gs>
                <a:gs pos="100000">
                  <a:srgbClr val="C4A008"/>
                </a:gs>
              </a:gsLst>
              <a:lin ang="0" scaled="1"/>
              <a:tileRect/>
            </a:gradFill>
            <a:ln w="109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8B95C2A6-EDE7-6544-8165-CC689615D0C9}"/>
                </a:ext>
              </a:extLst>
            </p:cNvPr>
            <p:cNvSpPr/>
            <p:nvPr/>
          </p:nvSpPr>
          <p:spPr>
            <a:xfrm>
              <a:off x="5495390" y="2020852"/>
              <a:ext cx="419355" cy="188309"/>
            </a:xfrm>
            <a:custGeom>
              <a:avLst/>
              <a:gdLst>
                <a:gd name="connsiteX0" fmla="*/ 0 w 419355"/>
                <a:gd name="connsiteY0" fmla="*/ 0 h 188309"/>
                <a:gd name="connsiteX1" fmla="*/ 419355 w 419355"/>
                <a:gd name="connsiteY1" fmla="*/ 0 h 188309"/>
                <a:gd name="connsiteX2" fmla="*/ 419355 w 419355"/>
                <a:gd name="connsiteY2" fmla="*/ 188309 h 188309"/>
                <a:gd name="connsiteX3" fmla="*/ 0 w 419355"/>
                <a:gd name="connsiteY3" fmla="*/ 188309 h 188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9355" h="188309">
                  <a:moveTo>
                    <a:pt x="0" y="0"/>
                  </a:moveTo>
                  <a:lnTo>
                    <a:pt x="419355" y="0"/>
                  </a:lnTo>
                  <a:lnTo>
                    <a:pt x="419355" y="188309"/>
                  </a:lnTo>
                  <a:lnTo>
                    <a:pt x="0" y="188309"/>
                  </a:lnTo>
                  <a:close/>
                </a:path>
              </a:pathLst>
            </a:custGeom>
            <a:solidFill>
              <a:srgbClr val="E4BA0A"/>
            </a:solidFill>
            <a:ln w="109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C5F3072-3E40-0E3F-AA16-2FBA6FA74473}"/>
              </a:ext>
            </a:extLst>
          </p:cNvPr>
          <p:cNvSpPr txBox="1"/>
          <p:nvPr/>
        </p:nvSpPr>
        <p:spPr>
          <a:xfrm>
            <a:off x="7258608" y="2248233"/>
            <a:ext cx="3140292" cy="4210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r>
              <a:rPr lang="es-MX" sz="1800" b="1" i="0" u="none" strike="noStrike" dirty="0">
                <a:solidFill>
                  <a:srgbClr val="1B1C1D"/>
                </a:solidFill>
                <a:effectLst/>
                <a:latin typeface="Raleway" pitchFamily="2" charset="0"/>
              </a:rPr>
              <a:t>Análisis de Modelos de Certificación existentes</a:t>
            </a:r>
            <a:endParaRPr 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Raleway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F474FE-5828-6276-9553-0870D71D40D9}"/>
              </a:ext>
            </a:extLst>
          </p:cNvPr>
          <p:cNvSpPr txBox="1"/>
          <p:nvPr/>
        </p:nvSpPr>
        <p:spPr>
          <a:xfrm>
            <a:off x="7258608" y="4512461"/>
            <a:ext cx="3140292" cy="4210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r>
              <a:rPr lang="es-MX" sz="1800" b="1" i="0" u="none" strike="noStrike" dirty="0">
                <a:solidFill>
                  <a:srgbClr val="1B1C1D"/>
                </a:solidFill>
                <a:effectLst/>
                <a:latin typeface="Raleway" pitchFamily="2" charset="0"/>
              </a:rPr>
              <a:t>Casos de Éxito: Líderes Sectoriales Globales</a:t>
            </a:r>
            <a:endParaRPr 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Raleway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85DF89-CD2E-46B2-8DFD-2D61BE36B3B3}"/>
              </a:ext>
            </a:extLst>
          </p:cNvPr>
          <p:cNvSpPr txBox="1"/>
          <p:nvPr/>
        </p:nvSpPr>
        <p:spPr>
          <a:xfrm>
            <a:off x="1685122" y="3238016"/>
            <a:ext cx="3140292" cy="69682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s-MX" sz="1800" b="1" i="0" u="none" strike="noStrike" dirty="0">
                <a:solidFill>
                  <a:srgbClr val="1B1C1D"/>
                </a:solidFill>
                <a:effectLst/>
                <a:latin typeface="Raleway" pitchFamily="2" charset="0"/>
              </a:rPr>
              <a:t> Casos de Éxito: Pioneros Corporativos en América Latina</a:t>
            </a:r>
            <a:endParaRPr 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Raleway" pitchFamily="2" charset="0"/>
            </a:endParaRPr>
          </a:p>
        </p:txBody>
      </p:sp>
      <p:pic>
        <p:nvPicPr>
          <p:cNvPr id="39" name="Graphic 38" descr="Bullseye outline">
            <a:extLst>
              <a:ext uri="{FF2B5EF4-FFF2-40B4-BE49-F238E27FC236}">
                <a16:creationId xmlns:a16="http://schemas.microsoft.com/office/drawing/2014/main" id="{8EAD4929-6F40-3339-88A7-080D18D5F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8851" y="4408835"/>
            <a:ext cx="678626" cy="678626"/>
          </a:xfrm>
          <a:prstGeom prst="rect">
            <a:avLst/>
          </a:prstGeom>
        </p:spPr>
      </p:pic>
      <p:pic>
        <p:nvPicPr>
          <p:cNvPr id="55" name="Graphic 54" descr="Lights On outline">
            <a:extLst>
              <a:ext uri="{FF2B5EF4-FFF2-40B4-BE49-F238E27FC236}">
                <a16:creationId xmlns:a16="http://schemas.microsoft.com/office/drawing/2014/main" id="{38EA8CBF-63E6-83EB-898A-5A85142B2C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8851" y="2133601"/>
            <a:ext cx="678626" cy="678626"/>
          </a:xfrm>
          <a:prstGeom prst="rect">
            <a:avLst/>
          </a:prstGeom>
        </p:spPr>
      </p:pic>
      <p:pic>
        <p:nvPicPr>
          <p:cNvPr id="57" name="Graphic 56" descr="Chess pieces outline">
            <a:extLst>
              <a:ext uri="{FF2B5EF4-FFF2-40B4-BE49-F238E27FC236}">
                <a16:creationId xmlns:a16="http://schemas.microsoft.com/office/drawing/2014/main" id="{32DF781B-DC27-0825-6543-C490DBA587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19219" y="3263107"/>
            <a:ext cx="678626" cy="678626"/>
          </a:xfrm>
          <a:prstGeom prst="rect">
            <a:avLst/>
          </a:prstGeom>
        </p:spPr>
      </p:pic>
      <p:sp>
        <p:nvSpPr>
          <p:cNvPr id="52" name="Título 1">
            <a:extLst>
              <a:ext uri="{FF2B5EF4-FFF2-40B4-BE49-F238E27FC236}">
                <a16:creationId xmlns:a16="http://schemas.microsoft.com/office/drawing/2014/main" id="{BFFC0277-A387-4B2A-9AC6-56C6476BCA0B}"/>
              </a:ext>
            </a:extLst>
          </p:cNvPr>
          <p:cNvSpPr txBox="1">
            <a:spLocks/>
          </p:cNvSpPr>
          <p:nvPr/>
        </p:nvSpPr>
        <p:spPr>
          <a:xfrm>
            <a:off x="9991193" y="6341879"/>
            <a:ext cx="2237381" cy="457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AR" sz="2000" b="1" dirty="0">
                <a:solidFill>
                  <a:srgbClr val="002060"/>
                </a:solidFill>
                <a:latin typeface="Raleway" panose="020B0604020202020204" pitchFamily="2" charset="0"/>
              </a:rPr>
              <a:t>Silver Standard</a:t>
            </a:r>
            <a:endParaRPr lang="es-AR" sz="2000" dirty="0">
              <a:solidFill>
                <a:srgbClr val="002060"/>
              </a:solidFill>
            </a:endParaRPr>
          </a:p>
        </p:txBody>
      </p:sp>
      <p:pic>
        <p:nvPicPr>
          <p:cNvPr id="54" name="Imagen 53" descr="Texto&#10;&#10;El contenido generado por IA puede ser incorrecto.">
            <a:extLst>
              <a:ext uri="{FF2B5EF4-FFF2-40B4-BE49-F238E27FC236}">
                <a16:creationId xmlns:a16="http://schemas.microsoft.com/office/drawing/2014/main" id="{E821C292-CFA1-4CD3-9D65-B3D7C19C08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59" y="5634849"/>
            <a:ext cx="1761281" cy="176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486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831F1A-CC8C-483D-B53C-2BCEB64B8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621" y="1805652"/>
            <a:ext cx="11563108" cy="2758018"/>
          </a:xfrm>
        </p:spPr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MX" sz="6000" b="1" i="0" u="none" strike="noStrike" dirty="0">
                <a:solidFill>
                  <a:srgbClr val="1B1C1D"/>
                </a:solidFill>
                <a:effectLst/>
                <a:latin typeface="Raleway" pitchFamily="2" charset="0"/>
              </a:rPr>
              <a:t>4. Pilares Fundamentales de la Excelencia Comercial</a:t>
            </a:r>
            <a:endParaRPr lang="es-AR" dirty="0">
              <a:latin typeface="Raleway" pitchFamily="2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C9C99BB-CFE4-43DB-A129-9E7D76EA1052}"/>
              </a:ext>
            </a:extLst>
          </p:cNvPr>
          <p:cNvSpPr txBox="1">
            <a:spLocks/>
          </p:cNvSpPr>
          <p:nvPr/>
        </p:nvSpPr>
        <p:spPr>
          <a:xfrm>
            <a:off x="9883241" y="1"/>
            <a:ext cx="2237381" cy="457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AR" sz="2000" b="1" dirty="0">
                <a:solidFill>
                  <a:srgbClr val="002060"/>
                </a:solidFill>
                <a:latin typeface="Raleway" panose="020B0604020202020204" pitchFamily="2" charset="0"/>
              </a:rPr>
              <a:t>Silver Standard</a:t>
            </a:r>
            <a:endParaRPr lang="es-AR" sz="2000" dirty="0">
              <a:solidFill>
                <a:srgbClr val="002060"/>
              </a:solidFill>
            </a:endParaRPr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CCE98C85-EE23-47F8-8545-FBEB906F9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5976" y="-629855"/>
            <a:ext cx="1761281" cy="176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582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F4CF10-DEE6-C232-4A58-FB05375C8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DADB93-AB80-F55A-175E-A8792639A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026" y="272084"/>
            <a:ext cx="9258751" cy="782207"/>
          </a:xfrm>
        </p:spPr>
        <p:txBody>
          <a:bodyPr>
            <a:noAutofit/>
          </a:bodyPr>
          <a:lstStyle/>
          <a:p>
            <a:r>
              <a:rPr lang="es-MX" sz="2800" b="1" i="0" u="none" strike="noStrike" dirty="0">
                <a:solidFill>
                  <a:srgbClr val="1B1C1D"/>
                </a:solidFill>
                <a:effectLst/>
                <a:latin typeface="Raleway" pitchFamily="2" charset="0"/>
              </a:rPr>
              <a:t>4. Pilares Fundamentales de la Excelencia Comercial</a:t>
            </a:r>
            <a:endParaRPr lang="en-IN" sz="2800" dirty="0">
              <a:latin typeface="Raleway" pitchFamily="2" charset="0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2F13D19-7F24-B477-73BE-48AD6A97A7B0}"/>
              </a:ext>
            </a:extLst>
          </p:cNvPr>
          <p:cNvSpPr/>
          <p:nvPr/>
        </p:nvSpPr>
        <p:spPr>
          <a:xfrm>
            <a:off x="1956862" y="3072825"/>
            <a:ext cx="2410784" cy="1494317"/>
          </a:xfrm>
          <a:custGeom>
            <a:avLst/>
            <a:gdLst>
              <a:gd name="connsiteX0" fmla="*/ 2293959 w 2410784"/>
              <a:gd name="connsiteY0" fmla="*/ 1494318 h 1494317"/>
              <a:gd name="connsiteX1" fmla="*/ 2410785 w 2410784"/>
              <a:gd name="connsiteY1" fmla="*/ 741527 h 1494317"/>
              <a:gd name="connsiteX2" fmla="*/ 2297647 w 2410784"/>
              <a:gd name="connsiteY2" fmla="*/ 0 h 1494317"/>
              <a:gd name="connsiteX3" fmla="*/ 0 w 2410784"/>
              <a:gd name="connsiteY3" fmla="*/ 741726 h 1494317"/>
              <a:gd name="connsiteX4" fmla="*/ 2293959 w 2410784"/>
              <a:gd name="connsiteY4" fmla="*/ 1494318 h 1494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10784" h="1494317">
                <a:moveTo>
                  <a:pt x="2293959" y="1494318"/>
                </a:moveTo>
                <a:cubicBezTo>
                  <a:pt x="2369716" y="1256977"/>
                  <a:pt x="2410785" y="1004087"/>
                  <a:pt x="2410785" y="741527"/>
                </a:cubicBezTo>
                <a:cubicBezTo>
                  <a:pt x="2410785" y="478967"/>
                  <a:pt x="2371112" y="234151"/>
                  <a:pt x="2297647" y="0"/>
                </a:cubicBezTo>
                <a:lnTo>
                  <a:pt x="0" y="741726"/>
                </a:lnTo>
                <a:lnTo>
                  <a:pt x="2293959" y="1494318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  <a:ln w="9967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DD1D04F1-EFDD-0DC0-9444-C7214F8BB627}"/>
              </a:ext>
            </a:extLst>
          </p:cNvPr>
          <p:cNvSpPr/>
          <p:nvPr/>
        </p:nvSpPr>
        <p:spPr>
          <a:xfrm>
            <a:off x="1944901" y="1825815"/>
            <a:ext cx="2297547" cy="1951454"/>
          </a:xfrm>
          <a:custGeom>
            <a:avLst/>
            <a:gdLst>
              <a:gd name="connsiteX0" fmla="*/ 2297547 w 2297547"/>
              <a:gd name="connsiteY0" fmla="*/ 1209828 h 1951454"/>
              <a:gd name="connsiteX1" fmla="*/ 1420654 w 2297547"/>
              <a:gd name="connsiteY1" fmla="*/ 0 h 1951454"/>
              <a:gd name="connsiteX2" fmla="*/ 0 w 2297547"/>
              <a:gd name="connsiteY2" fmla="*/ 1951455 h 1951454"/>
              <a:gd name="connsiteX3" fmla="*/ 2297547 w 2297547"/>
              <a:gd name="connsiteY3" fmla="*/ 1209828 h 1951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7547" h="1951454">
                <a:moveTo>
                  <a:pt x="2297547" y="1209828"/>
                </a:moveTo>
                <a:cubicBezTo>
                  <a:pt x="2135665" y="721292"/>
                  <a:pt x="1825657" y="300239"/>
                  <a:pt x="1420654" y="0"/>
                </a:cubicBezTo>
                <a:lnTo>
                  <a:pt x="0" y="1951455"/>
                </a:lnTo>
                <a:lnTo>
                  <a:pt x="2297547" y="1209828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  <a:ln w="9967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C3C636A8-C993-C087-BB85-F61514E7F12A}"/>
              </a:ext>
            </a:extLst>
          </p:cNvPr>
          <p:cNvSpPr/>
          <p:nvPr/>
        </p:nvSpPr>
        <p:spPr>
          <a:xfrm>
            <a:off x="1913402" y="1340769"/>
            <a:ext cx="1420653" cy="2413575"/>
          </a:xfrm>
          <a:custGeom>
            <a:avLst/>
            <a:gdLst>
              <a:gd name="connsiteX0" fmla="*/ 1420653 w 1420653"/>
              <a:gd name="connsiteY0" fmla="*/ 462121 h 2413575"/>
              <a:gd name="connsiteX1" fmla="*/ 0 w 1420653"/>
              <a:gd name="connsiteY1" fmla="*/ 0 h 2413575"/>
              <a:gd name="connsiteX2" fmla="*/ 0 w 1420653"/>
              <a:gd name="connsiteY2" fmla="*/ 2413576 h 2413575"/>
              <a:gd name="connsiteX3" fmla="*/ 1420653 w 1420653"/>
              <a:gd name="connsiteY3" fmla="*/ 462121 h 241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0653" h="2413575">
                <a:moveTo>
                  <a:pt x="1420653" y="462121"/>
                </a:moveTo>
                <a:cubicBezTo>
                  <a:pt x="1019936" y="174641"/>
                  <a:pt x="529804" y="4087"/>
                  <a:pt x="0" y="0"/>
                </a:cubicBezTo>
                <a:lnTo>
                  <a:pt x="0" y="2413576"/>
                </a:lnTo>
                <a:lnTo>
                  <a:pt x="1420653" y="462121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 w="9967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736F809E-A849-322B-4B8D-B28A0FBB33BF}"/>
              </a:ext>
            </a:extLst>
          </p:cNvPr>
          <p:cNvSpPr/>
          <p:nvPr/>
        </p:nvSpPr>
        <p:spPr>
          <a:xfrm>
            <a:off x="1913401" y="3874759"/>
            <a:ext cx="1411084" cy="2413077"/>
          </a:xfrm>
          <a:custGeom>
            <a:avLst/>
            <a:gdLst>
              <a:gd name="connsiteX0" fmla="*/ 0 w 1411084"/>
              <a:gd name="connsiteY0" fmla="*/ 2413077 h 2413077"/>
              <a:gd name="connsiteX1" fmla="*/ 1411084 w 1411084"/>
              <a:gd name="connsiteY1" fmla="*/ 1957934 h 2413077"/>
              <a:gd name="connsiteX2" fmla="*/ 0 w 1411084"/>
              <a:gd name="connsiteY2" fmla="*/ 0 h 2413077"/>
              <a:gd name="connsiteX3" fmla="*/ 0 w 1411084"/>
              <a:gd name="connsiteY3" fmla="*/ 2413077 h 2413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11084" h="2413077">
                <a:moveTo>
                  <a:pt x="0" y="2413077"/>
                </a:moveTo>
                <a:cubicBezTo>
                  <a:pt x="525618" y="2408991"/>
                  <a:pt x="1012161" y="2241227"/>
                  <a:pt x="1411084" y="1957934"/>
                </a:cubicBezTo>
                <a:lnTo>
                  <a:pt x="0" y="0"/>
                </a:lnTo>
                <a:lnTo>
                  <a:pt x="0" y="2413077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  <a:ln w="9967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86213B5-01F3-B4F2-642F-0AD7E0D0A7E5}"/>
              </a:ext>
            </a:extLst>
          </p:cNvPr>
          <p:cNvSpPr/>
          <p:nvPr/>
        </p:nvSpPr>
        <p:spPr>
          <a:xfrm>
            <a:off x="1944701" y="3851532"/>
            <a:ext cx="2294058" cy="1958232"/>
          </a:xfrm>
          <a:custGeom>
            <a:avLst/>
            <a:gdLst>
              <a:gd name="connsiteX0" fmla="*/ 1411284 w 2294058"/>
              <a:gd name="connsiteY0" fmla="*/ 1958233 h 1958232"/>
              <a:gd name="connsiteX1" fmla="*/ 2294058 w 2294058"/>
              <a:gd name="connsiteY1" fmla="*/ 752691 h 1958232"/>
              <a:gd name="connsiteX2" fmla="*/ 0 w 2294058"/>
              <a:gd name="connsiteY2" fmla="*/ 0 h 1958232"/>
              <a:gd name="connsiteX3" fmla="*/ 1411284 w 2294058"/>
              <a:gd name="connsiteY3" fmla="*/ 1958133 h 1958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4058" h="1958232">
                <a:moveTo>
                  <a:pt x="1411284" y="1958233"/>
                </a:moveTo>
                <a:cubicBezTo>
                  <a:pt x="1817783" y="1659788"/>
                  <a:pt x="2129884" y="1240331"/>
                  <a:pt x="2294058" y="752691"/>
                </a:cubicBezTo>
                <a:lnTo>
                  <a:pt x="0" y="0"/>
                </a:lnTo>
                <a:lnTo>
                  <a:pt x="1411284" y="1958133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  <a:ln w="9967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A3D05E9E-1A8D-BCA3-09D8-D514E6CC538C}"/>
              </a:ext>
            </a:extLst>
          </p:cNvPr>
          <p:cNvSpPr/>
          <p:nvPr/>
        </p:nvSpPr>
        <p:spPr>
          <a:xfrm>
            <a:off x="3916990" y="3072825"/>
            <a:ext cx="450657" cy="1494317"/>
          </a:xfrm>
          <a:custGeom>
            <a:avLst/>
            <a:gdLst>
              <a:gd name="connsiteX0" fmla="*/ 100 w 450657"/>
              <a:gd name="connsiteY0" fmla="*/ 1384768 h 1494317"/>
              <a:gd name="connsiteX1" fmla="*/ 333832 w 450657"/>
              <a:gd name="connsiteY1" fmla="*/ 1494318 h 1494317"/>
              <a:gd name="connsiteX2" fmla="*/ 450658 w 450657"/>
              <a:gd name="connsiteY2" fmla="*/ 741527 h 1494317"/>
              <a:gd name="connsiteX3" fmla="*/ 337520 w 450657"/>
              <a:gd name="connsiteY3" fmla="*/ 0 h 1494317"/>
              <a:gd name="connsiteX4" fmla="*/ 3190 w 450657"/>
              <a:gd name="connsiteY4" fmla="*/ 107955 h 1494317"/>
              <a:gd name="connsiteX5" fmla="*/ 99382 w 450657"/>
              <a:gd name="connsiteY5" fmla="*/ 741527 h 1494317"/>
              <a:gd name="connsiteX6" fmla="*/ 0 w 450657"/>
              <a:gd name="connsiteY6" fmla="*/ 1384768 h 1494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657" h="1494317">
                <a:moveTo>
                  <a:pt x="100" y="1384768"/>
                </a:moveTo>
                <a:lnTo>
                  <a:pt x="333832" y="1494318"/>
                </a:lnTo>
                <a:cubicBezTo>
                  <a:pt x="409589" y="1256977"/>
                  <a:pt x="450658" y="1004087"/>
                  <a:pt x="450658" y="741527"/>
                </a:cubicBezTo>
                <a:cubicBezTo>
                  <a:pt x="450658" y="478967"/>
                  <a:pt x="410985" y="234151"/>
                  <a:pt x="337520" y="0"/>
                </a:cubicBezTo>
                <a:lnTo>
                  <a:pt x="3190" y="107955"/>
                </a:lnTo>
                <a:cubicBezTo>
                  <a:pt x="65690" y="308014"/>
                  <a:pt x="99382" y="520833"/>
                  <a:pt x="99382" y="741527"/>
                </a:cubicBezTo>
                <a:cubicBezTo>
                  <a:pt x="99382" y="962221"/>
                  <a:pt x="64494" y="1181917"/>
                  <a:pt x="0" y="138476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9967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4487EB28-8801-A079-9534-04FC7E77DF19}"/>
              </a:ext>
            </a:extLst>
          </p:cNvPr>
          <p:cNvSpPr/>
          <p:nvPr/>
        </p:nvSpPr>
        <p:spPr>
          <a:xfrm>
            <a:off x="3158915" y="1825815"/>
            <a:ext cx="1083632" cy="1317782"/>
          </a:xfrm>
          <a:custGeom>
            <a:avLst/>
            <a:gdLst>
              <a:gd name="connsiteX0" fmla="*/ 749302 w 1083632"/>
              <a:gd name="connsiteY0" fmla="*/ 1317783 h 1317782"/>
              <a:gd name="connsiteX1" fmla="*/ 1083632 w 1083632"/>
              <a:gd name="connsiteY1" fmla="*/ 1209828 h 1317782"/>
              <a:gd name="connsiteX2" fmla="*/ 206739 w 1083632"/>
              <a:gd name="connsiteY2" fmla="*/ 0 h 1317782"/>
              <a:gd name="connsiteX3" fmla="*/ 0 w 1083632"/>
              <a:gd name="connsiteY3" fmla="*/ 283991 h 1317782"/>
              <a:gd name="connsiteX4" fmla="*/ 749302 w 1083632"/>
              <a:gd name="connsiteY4" fmla="*/ 1317783 h 1317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3632" h="1317782">
                <a:moveTo>
                  <a:pt x="749302" y="1317783"/>
                </a:moveTo>
                <a:lnTo>
                  <a:pt x="1083632" y="1209828"/>
                </a:lnTo>
                <a:cubicBezTo>
                  <a:pt x="921750" y="721292"/>
                  <a:pt x="611743" y="300239"/>
                  <a:pt x="206739" y="0"/>
                </a:cubicBezTo>
                <a:lnTo>
                  <a:pt x="0" y="283991"/>
                </a:lnTo>
                <a:cubicBezTo>
                  <a:pt x="345694" y="540969"/>
                  <a:pt x="610447" y="900618"/>
                  <a:pt x="749302" y="1317783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9967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BC5DB50D-15E4-BBF3-447E-249CFEF1C7CA}"/>
              </a:ext>
            </a:extLst>
          </p:cNvPr>
          <p:cNvSpPr/>
          <p:nvPr/>
        </p:nvSpPr>
        <p:spPr>
          <a:xfrm>
            <a:off x="1913402" y="1340768"/>
            <a:ext cx="1420753" cy="746012"/>
          </a:xfrm>
          <a:custGeom>
            <a:avLst/>
            <a:gdLst>
              <a:gd name="connsiteX0" fmla="*/ 1420653 w 1420753"/>
              <a:gd name="connsiteY0" fmla="*/ 462121 h 746012"/>
              <a:gd name="connsiteX1" fmla="*/ 0 w 1420753"/>
              <a:gd name="connsiteY1" fmla="*/ 0 h 746012"/>
              <a:gd name="connsiteX2" fmla="*/ 0 w 1420753"/>
              <a:gd name="connsiteY2" fmla="*/ 351176 h 746012"/>
              <a:gd name="connsiteX3" fmla="*/ 1214015 w 1420753"/>
              <a:gd name="connsiteY3" fmla="*/ 746013 h 746012"/>
              <a:gd name="connsiteX4" fmla="*/ 1420753 w 1420753"/>
              <a:gd name="connsiteY4" fmla="*/ 462021 h 746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753" h="746012">
                <a:moveTo>
                  <a:pt x="1420653" y="462121"/>
                </a:moveTo>
                <a:cubicBezTo>
                  <a:pt x="1019936" y="174641"/>
                  <a:pt x="529804" y="4087"/>
                  <a:pt x="0" y="0"/>
                </a:cubicBezTo>
                <a:lnTo>
                  <a:pt x="0" y="351176"/>
                </a:lnTo>
                <a:cubicBezTo>
                  <a:pt x="452552" y="355263"/>
                  <a:pt x="871212" y="500897"/>
                  <a:pt x="1214015" y="746013"/>
                </a:cubicBezTo>
                <a:lnTo>
                  <a:pt x="1420753" y="462021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9967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D0B207A3-37D9-047F-68DF-48A64BE7D536}"/>
              </a:ext>
            </a:extLst>
          </p:cNvPr>
          <p:cNvSpPr/>
          <p:nvPr/>
        </p:nvSpPr>
        <p:spPr>
          <a:xfrm>
            <a:off x="1913401" y="5547705"/>
            <a:ext cx="1411084" cy="740131"/>
          </a:xfrm>
          <a:custGeom>
            <a:avLst/>
            <a:gdLst>
              <a:gd name="connsiteX0" fmla="*/ 0 w 1411084"/>
              <a:gd name="connsiteY0" fmla="*/ 740131 h 740131"/>
              <a:gd name="connsiteX1" fmla="*/ 1411084 w 1411084"/>
              <a:gd name="connsiteY1" fmla="*/ 284988 h 740131"/>
              <a:gd name="connsiteX2" fmla="*/ 1205741 w 1411084"/>
              <a:gd name="connsiteY2" fmla="*/ 0 h 740131"/>
              <a:gd name="connsiteX3" fmla="*/ 0 w 1411084"/>
              <a:gd name="connsiteY3" fmla="*/ 388955 h 740131"/>
              <a:gd name="connsiteX4" fmla="*/ 0 w 1411084"/>
              <a:gd name="connsiteY4" fmla="*/ 740131 h 740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1084" h="740131">
                <a:moveTo>
                  <a:pt x="0" y="740131"/>
                </a:moveTo>
                <a:cubicBezTo>
                  <a:pt x="525618" y="736044"/>
                  <a:pt x="1012161" y="568281"/>
                  <a:pt x="1411084" y="284988"/>
                </a:cubicBezTo>
                <a:lnTo>
                  <a:pt x="1205741" y="0"/>
                </a:lnTo>
                <a:cubicBezTo>
                  <a:pt x="864533" y="241627"/>
                  <a:pt x="448963" y="384868"/>
                  <a:pt x="0" y="388955"/>
                </a:cubicBezTo>
                <a:lnTo>
                  <a:pt x="0" y="740131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9967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789F36BE-1F79-C321-FC3A-3BA78471D7C3}"/>
              </a:ext>
            </a:extLst>
          </p:cNvPr>
          <p:cNvSpPr/>
          <p:nvPr/>
        </p:nvSpPr>
        <p:spPr>
          <a:xfrm>
            <a:off x="3150642" y="4494575"/>
            <a:ext cx="1088117" cy="1315091"/>
          </a:xfrm>
          <a:custGeom>
            <a:avLst/>
            <a:gdLst>
              <a:gd name="connsiteX0" fmla="*/ 0 w 1088117"/>
              <a:gd name="connsiteY0" fmla="*/ 1030203 h 1315091"/>
              <a:gd name="connsiteX1" fmla="*/ 205343 w 1088117"/>
              <a:gd name="connsiteY1" fmla="*/ 1315091 h 1315091"/>
              <a:gd name="connsiteX2" fmla="*/ 1088118 w 1088117"/>
              <a:gd name="connsiteY2" fmla="*/ 109549 h 1315091"/>
              <a:gd name="connsiteX3" fmla="*/ 754386 w 1088117"/>
              <a:gd name="connsiteY3" fmla="*/ 0 h 1315091"/>
              <a:gd name="connsiteX4" fmla="*/ 0 w 1088117"/>
              <a:gd name="connsiteY4" fmla="*/ 1030103 h 1315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8117" h="1315091">
                <a:moveTo>
                  <a:pt x="0" y="1030203"/>
                </a:moveTo>
                <a:lnTo>
                  <a:pt x="205343" y="1315091"/>
                </a:lnTo>
                <a:cubicBezTo>
                  <a:pt x="611842" y="1016646"/>
                  <a:pt x="923943" y="597189"/>
                  <a:pt x="1088118" y="109549"/>
                </a:cubicBezTo>
                <a:lnTo>
                  <a:pt x="754386" y="0"/>
                </a:lnTo>
                <a:cubicBezTo>
                  <a:pt x="613536" y="416367"/>
                  <a:pt x="346990" y="774720"/>
                  <a:pt x="0" y="1030103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9967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979047E-AE66-48DD-1DC1-6F88E09E4438}"/>
              </a:ext>
            </a:extLst>
          </p:cNvPr>
          <p:cNvSpPr/>
          <p:nvPr/>
        </p:nvSpPr>
        <p:spPr>
          <a:xfrm>
            <a:off x="522625" y="2601687"/>
            <a:ext cx="2682377" cy="2682375"/>
          </a:xfrm>
          <a:custGeom>
            <a:avLst/>
            <a:gdLst>
              <a:gd name="connsiteX0" fmla="*/ 1908692 w 1908691"/>
              <a:gd name="connsiteY0" fmla="*/ 954346 h 1908691"/>
              <a:gd name="connsiteX1" fmla="*/ 954346 w 1908691"/>
              <a:gd name="connsiteY1" fmla="*/ 1908691 h 1908691"/>
              <a:gd name="connsiteX2" fmla="*/ 0 w 1908691"/>
              <a:gd name="connsiteY2" fmla="*/ 954346 h 1908691"/>
              <a:gd name="connsiteX3" fmla="*/ 954346 w 1908691"/>
              <a:gd name="connsiteY3" fmla="*/ 0 h 1908691"/>
              <a:gd name="connsiteX4" fmla="*/ 1908692 w 1908691"/>
              <a:gd name="connsiteY4" fmla="*/ 954346 h 1908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8691" h="1908691">
                <a:moveTo>
                  <a:pt x="1908692" y="954346"/>
                </a:moveTo>
                <a:cubicBezTo>
                  <a:pt x="1908692" y="1481416"/>
                  <a:pt x="1481416" y="1908691"/>
                  <a:pt x="954346" y="1908691"/>
                </a:cubicBezTo>
                <a:cubicBezTo>
                  <a:pt x="427275" y="1908691"/>
                  <a:pt x="0" y="1481416"/>
                  <a:pt x="0" y="954346"/>
                </a:cubicBezTo>
                <a:cubicBezTo>
                  <a:pt x="0" y="427275"/>
                  <a:pt x="427275" y="0"/>
                  <a:pt x="954346" y="0"/>
                </a:cubicBezTo>
                <a:cubicBezTo>
                  <a:pt x="1481416" y="0"/>
                  <a:pt x="1908692" y="427275"/>
                  <a:pt x="1908692" y="954346"/>
                </a:cubicBezTo>
                <a:close/>
              </a:path>
            </a:pathLst>
          </a:custGeom>
          <a:solidFill>
            <a:schemeClr val="tx1">
              <a:alpha val="31000"/>
            </a:schemeClr>
          </a:solidFill>
          <a:ln w="9967" cap="flat">
            <a:noFill/>
            <a:prstDash val="solid"/>
            <a:miter/>
          </a:ln>
          <a:effectLst>
            <a:softEdge rad="266700"/>
          </a:effectLst>
        </p:spPr>
        <p:txBody>
          <a:bodyPr rtlCol="0" anchor="ctr"/>
          <a:lstStyle/>
          <a:p>
            <a:endParaRPr lang="en-IN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AE80F786-9D61-1361-2FD3-FC65AD3F49A7}"/>
              </a:ext>
            </a:extLst>
          </p:cNvPr>
          <p:cNvSpPr/>
          <p:nvPr/>
        </p:nvSpPr>
        <p:spPr>
          <a:xfrm>
            <a:off x="792568" y="2713056"/>
            <a:ext cx="2202592" cy="2202590"/>
          </a:xfrm>
          <a:custGeom>
            <a:avLst/>
            <a:gdLst>
              <a:gd name="connsiteX0" fmla="*/ 1908692 w 1908691"/>
              <a:gd name="connsiteY0" fmla="*/ 954346 h 1908691"/>
              <a:gd name="connsiteX1" fmla="*/ 954346 w 1908691"/>
              <a:gd name="connsiteY1" fmla="*/ 1908691 h 1908691"/>
              <a:gd name="connsiteX2" fmla="*/ 0 w 1908691"/>
              <a:gd name="connsiteY2" fmla="*/ 954346 h 1908691"/>
              <a:gd name="connsiteX3" fmla="*/ 954346 w 1908691"/>
              <a:gd name="connsiteY3" fmla="*/ 0 h 1908691"/>
              <a:gd name="connsiteX4" fmla="*/ 1908692 w 1908691"/>
              <a:gd name="connsiteY4" fmla="*/ 954346 h 1908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8691" h="1908691">
                <a:moveTo>
                  <a:pt x="1908692" y="954346"/>
                </a:moveTo>
                <a:cubicBezTo>
                  <a:pt x="1908692" y="1481416"/>
                  <a:pt x="1481416" y="1908691"/>
                  <a:pt x="954346" y="1908691"/>
                </a:cubicBezTo>
                <a:cubicBezTo>
                  <a:pt x="427275" y="1908691"/>
                  <a:pt x="0" y="1481416"/>
                  <a:pt x="0" y="954346"/>
                </a:cubicBezTo>
                <a:cubicBezTo>
                  <a:pt x="0" y="427275"/>
                  <a:pt x="427275" y="0"/>
                  <a:pt x="954346" y="0"/>
                </a:cubicBezTo>
                <a:cubicBezTo>
                  <a:pt x="1481416" y="0"/>
                  <a:pt x="1908692" y="427275"/>
                  <a:pt x="1908692" y="954346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3600000" scaled="0"/>
            <a:tileRect/>
          </a:gradFill>
          <a:ln w="9967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AE2FC6A8-260E-C982-6681-C523CB88CB20}"/>
              </a:ext>
            </a:extLst>
          </p:cNvPr>
          <p:cNvSpPr/>
          <p:nvPr/>
        </p:nvSpPr>
        <p:spPr>
          <a:xfrm>
            <a:off x="1130026" y="3050515"/>
            <a:ext cx="1527676" cy="1527674"/>
          </a:xfrm>
          <a:custGeom>
            <a:avLst/>
            <a:gdLst>
              <a:gd name="connsiteX0" fmla="*/ 1206339 w 1206339"/>
              <a:gd name="connsiteY0" fmla="*/ 603170 h 1206339"/>
              <a:gd name="connsiteX1" fmla="*/ 603170 w 1206339"/>
              <a:gd name="connsiteY1" fmla="*/ 1206339 h 1206339"/>
              <a:gd name="connsiteX2" fmla="*/ 0 w 1206339"/>
              <a:gd name="connsiteY2" fmla="*/ 603170 h 1206339"/>
              <a:gd name="connsiteX3" fmla="*/ 603170 w 1206339"/>
              <a:gd name="connsiteY3" fmla="*/ 0 h 1206339"/>
              <a:gd name="connsiteX4" fmla="*/ 1206339 w 1206339"/>
              <a:gd name="connsiteY4" fmla="*/ 603170 h 1206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6339" h="1206339">
                <a:moveTo>
                  <a:pt x="1206339" y="603170"/>
                </a:moveTo>
                <a:cubicBezTo>
                  <a:pt x="1206339" y="936291"/>
                  <a:pt x="936291" y="1206339"/>
                  <a:pt x="603170" y="1206339"/>
                </a:cubicBezTo>
                <a:cubicBezTo>
                  <a:pt x="270048" y="1206339"/>
                  <a:pt x="0" y="936291"/>
                  <a:pt x="0" y="603170"/>
                </a:cubicBezTo>
                <a:cubicBezTo>
                  <a:pt x="0" y="270048"/>
                  <a:pt x="270048" y="0"/>
                  <a:pt x="603170" y="0"/>
                </a:cubicBezTo>
                <a:cubicBezTo>
                  <a:pt x="936291" y="0"/>
                  <a:pt x="1206339" y="270048"/>
                  <a:pt x="1206339" y="60317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9967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55" name="Graphic 54" descr="City with solid fill">
            <a:extLst>
              <a:ext uri="{FF2B5EF4-FFF2-40B4-BE49-F238E27FC236}">
                <a16:creationId xmlns:a16="http://schemas.microsoft.com/office/drawing/2014/main" id="{0198D389-71C5-54FE-9664-2C47482CE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5492" y="3455980"/>
            <a:ext cx="716744" cy="71674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5212BBF8-B704-3DB2-FF9D-F9E69D0E5E30}"/>
              </a:ext>
            </a:extLst>
          </p:cNvPr>
          <p:cNvSpPr txBox="1"/>
          <p:nvPr/>
        </p:nvSpPr>
        <p:spPr>
          <a:xfrm rot="1152506">
            <a:off x="1846263" y="1654461"/>
            <a:ext cx="1392852" cy="519091"/>
          </a:xfrm>
          <a:prstGeom prst="rect">
            <a:avLst/>
          </a:prstGeom>
          <a:noFill/>
        </p:spPr>
        <p:txBody>
          <a:bodyPr spcFirstLastPara="1" wrap="square" lIns="0" tIns="0" rIns="0" bIns="0" numCol="1" rtlCol="0" anchor="ctr">
            <a:prstTxWarp prst="textArchUp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 01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DCD721C-D557-7A91-DC27-695CBD79F312}"/>
              </a:ext>
            </a:extLst>
          </p:cNvPr>
          <p:cNvSpPr txBox="1"/>
          <p:nvPr/>
        </p:nvSpPr>
        <p:spPr>
          <a:xfrm rot="3275186">
            <a:off x="2836863" y="2372920"/>
            <a:ext cx="1392852" cy="519091"/>
          </a:xfrm>
          <a:prstGeom prst="rect">
            <a:avLst/>
          </a:prstGeom>
          <a:noFill/>
        </p:spPr>
        <p:txBody>
          <a:bodyPr spcFirstLastPara="1" wrap="square" lIns="0" tIns="0" rIns="0" bIns="0" numCol="1" rtlCol="0" anchor="ctr">
            <a:prstTxWarp prst="textArchUp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 02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C672BA2-76AE-FDD9-9061-99C3C13FEFEA}"/>
              </a:ext>
            </a:extLst>
          </p:cNvPr>
          <p:cNvSpPr txBox="1"/>
          <p:nvPr/>
        </p:nvSpPr>
        <p:spPr>
          <a:xfrm rot="5400000">
            <a:off x="3217864" y="3559464"/>
            <a:ext cx="1392852" cy="519091"/>
          </a:xfrm>
          <a:prstGeom prst="rect">
            <a:avLst/>
          </a:prstGeom>
          <a:noFill/>
        </p:spPr>
        <p:txBody>
          <a:bodyPr spcFirstLastPara="1" wrap="square" lIns="0" tIns="0" rIns="0" bIns="0" numCol="1" rtlCol="0" anchor="ctr">
            <a:prstTxWarp prst="textArchUp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 03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2CE94F-C1FB-651A-EBBC-F8E036697A8E}"/>
              </a:ext>
            </a:extLst>
          </p:cNvPr>
          <p:cNvSpPr txBox="1"/>
          <p:nvPr/>
        </p:nvSpPr>
        <p:spPr>
          <a:xfrm rot="18366919">
            <a:off x="2869520" y="4756894"/>
            <a:ext cx="1392852" cy="519091"/>
          </a:xfrm>
          <a:prstGeom prst="rect">
            <a:avLst/>
          </a:prstGeom>
          <a:noFill/>
        </p:spPr>
        <p:txBody>
          <a:bodyPr spcFirstLastPara="1" wrap="square" lIns="0" tIns="0" rIns="0" bIns="0" numCol="1" rtlCol="0" anchor="ctr">
            <a:prstTxWarp prst="textArchDown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 04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A9BC422-066E-0D90-8392-7E74566DACA0}"/>
              </a:ext>
            </a:extLst>
          </p:cNvPr>
          <p:cNvSpPr txBox="1"/>
          <p:nvPr/>
        </p:nvSpPr>
        <p:spPr>
          <a:xfrm rot="20574728">
            <a:off x="1824492" y="5508009"/>
            <a:ext cx="1392852" cy="519091"/>
          </a:xfrm>
          <a:prstGeom prst="rect">
            <a:avLst/>
          </a:prstGeom>
          <a:noFill/>
        </p:spPr>
        <p:txBody>
          <a:bodyPr spcFirstLastPara="1" wrap="square" lIns="0" tIns="0" rIns="0" bIns="0" numCol="1" rtlCol="0" anchor="ctr">
            <a:prstTxWarp prst="textArchDown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05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3201AAB-ACC0-81B6-09EF-E35E8FA77A9C}"/>
              </a:ext>
            </a:extLst>
          </p:cNvPr>
          <p:cNvSpPr txBox="1"/>
          <p:nvPr/>
        </p:nvSpPr>
        <p:spPr>
          <a:xfrm>
            <a:off x="6947814" y="1287774"/>
            <a:ext cx="2241952" cy="89746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s-MX" sz="1800" b="1" i="0" u="none" strike="noStrike" dirty="0">
                <a:solidFill>
                  <a:srgbClr val="1B1C1D"/>
                </a:solidFill>
                <a:effectLst/>
                <a:latin typeface="Raleway" pitchFamily="2" charset="0"/>
              </a:rPr>
              <a:t>Experiencia y Servicio al Cliente Empático</a:t>
            </a:r>
            <a:endParaRPr lang="en-IN" b="1" dirty="0">
              <a:solidFill>
                <a:schemeClr val="tx1">
                  <a:lumMod val="85000"/>
                  <a:lumOff val="15000"/>
                </a:schemeClr>
              </a:solidFill>
              <a:latin typeface="Raleway" pitchFamily="2" charset="0"/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AB3F4F2-7B8F-562D-2EFC-91350F47824D}"/>
              </a:ext>
            </a:extLst>
          </p:cNvPr>
          <p:cNvSpPr txBox="1"/>
          <p:nvPr/>
        </p:nvSpPr>
        <p:spPr>
          <a:xfrm>
            <a:off x="9203682" y="2248896"/>
            <a:ext cx="2241952" cy="7923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s-MX" sz="1800" b="1" i="0" u="none" strike="noStrike" dirty="0">
                <a:solidFill>
                  <a:srgbClr val="1B1C1D"/>
                </a:solidFill>
                <a:effectLst/>
                <a:latin typeface="Raleway" pitchFamily="2" charset="0"/>
              </a:rPr>
              <a:t>Entornos Accesibles (Físicos y Digitales)</a:t>
            </a:r>
            <a:endParaRPr lang="en-IN" b="1" dirty="0">
              <a:solidFill>
                <a:schemeClr val="tx1">
                  <a:lumMod val="85000"/>
                  <a:lumOff val="15000"/>
                </a:schemeClr>
              </a:solidFill>
              <a:latin typeface="Raleway" pitchFamily="2" charset="0"/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FD0DF0F-CD10-DA3F-4754-3343318FDCB8}"/>
              </a:ext>
            </a:extLst>
          </p:cNvPr>
          <p:cNvSpPr txBox="1"/>
          <p:nvPr/>
        </p:nvSpPr>
        <p:spPr>
          <a:xfrm>
            <a:off x="6935517" y="5650357"/>
            <a:ext cx="2241952" cy="63747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s-AR" sz="1800" b="1" i="0" u="none" strike="noStrike" dirty="0">
                <a:solidFill>
                  <a:srgbClr val="1B1C1D"/>
                </a:solidFill>
                <a:effectLst/>
                <a:latin typeface="Raleway" pitchFamily="2" charset="0"/>
              </a:rPr>
              <a:t>Compromiso Estratégico y Cultural</a:t>
            </a:r>
            <a:endParaRPr lang="en-IN" b="1" dirty="0">
              <a:solidFill>
                <a:schemeClr val="tx1">
                  <a:lumMod val="85000"/>
                  <a:lumOff val="15000"/>
                </a:schemeClr>
              </a:solidFill>
              <a:latin typeface="Raleway" pitchFamily="2" charset="0"/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D77251A-1FBA-1683-51DA-ADE604FF112D}"/>
              </a:ext>
            </a:extLst>
          </p:cNvPr>
          <p:cNvSpPr txBox="1"/>
          <p:nvPr/>
        </p:nvSpPr>
        <p:spPr>
          <a:xfrm>
            <a:off x="9203682" y="4567142"/>
            <a:ext cx="2241952" cy="882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s-MX" sz="1800" b="1" i="0" u="none" strike="noStrike" dirty="0">
                <a:solidFill>
                  <a:srgbClr val="1B1C1D"/>
                </a:solidFill>
                <a:effectLst/>
                <a:latin typeface="Raleway" pitchFamily="2" charset="0"/>
              </a:rPr>
              <a:t>Diseño Adaptativo de Productos y Servicios</a:t>
            </a:r>
            <a:endParaRPr lang="en-IN" b="1" dirty="0">
              <a:solidFill>
                <a:schemeClr val="tx1">
                  <a:lumMod val="85000"/>
                  <a:lumOff val="15000"/>
                </a:schemeClr>
              </a:solidFill>
              <a:latin typeface="Raleway" pitchFamily="2" charset="0"/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EB673CB-D1D3-ABD2-F3FF-DABA156A4D2B}"/>
              </a:ext>
            </a:extLst>
          </p:cNvPr>
          <p:cNvSpPr txBox="1"/>
          <p:nvPr/>
        </p:nvSpPr>
        <p:spPr>
          <a:xfrm>
            <a:off x="6961730" y="3469783"/>
            <a:ext cx="2241952" cy="88280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s-AR" sz="1800" b="1" i="0" u="none" strike="noStrike" dirty="0">
                <a:solidFill>
                  <a:srgbClr val="1B1C1D"/>
                </a:solidFill>
                <a:effectLst/>
                <a:latin typeface="Raleway" pitchFamily="2" charset="0"/>
              </a:rPr>
              <a:t>Marketing y Comunicaciones Inclusivas</a:t>
            </a:r>
            <a:endParaRPr lang="en-IN" b="1" dirty="0">
              <a:solidFill>
                <a:schemeClr val="tx1">
                  <a:lumMod val="85000"/>
                  <a:lumOff val="15000"/>
                </a:schemeClr>
              </a:solidFill>
              <a:latin typeface="Raleway" pitchFamily="2" charset="0"/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B9E38C1-BE31-E72B-622C-CFF4ECC624FA}"/>
              </a:ext>
            </a:extLst>
          </p:cNvPr>
          <p:cNvCxnSpPr>
            <a:cxnSpLocks/>
          </p:cNvCxnSpPr>
          <p:nvPr/>
        </p:nvCxnSpPr>
        <p:spPr>
          <a:xfrm flipH="1">
            <a:off x="3531761" y="1600322"/>
            <a:ext cx="2562317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lgDash"/>
            <a:headEnd type="oval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7BDF039-F278-41A3-FC7D-CAD3CBDCBA8A}"/>
              </a:ext>
            </a:extLst>
          </p:cNvPr>
          <p:cNvCxnSpPr>
            <a:cxnSpLocks/>
          </p:cNvCxnSpPr>
          <p:nvPr/>
        </p:nvCxnSpPr>
        <p:spPr>
          <a:xfrm flipH="1">
            <a:off x="4363791" y="2612694"/>
            <a:ext cx="3954483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lgDash"/>
            <a:headEnd type="oval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1FC8971A-41D6-5F5D-072E-EB880CACF88E}"/>
              </a:ext>
            </a:extLst>
          </p:cNvPr>
          <p:cNvCxnSpPr>
            <a:cxnSpLocks/>
          </p:cNvCxnSpPr>
          <p:nvPr/>
        </p:nvCxnSpPr>
        <p:spPr>
          <a:xfrm flipH="1">
            <a:off x="4578811" y="3723037"/>
            <a:ext cx="1515267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lgDash"/>
            <a:headEnd type="oval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E5114E6-5A93-94E6-80B8-4BA57D88F952}"/>
              </a:ext>
            </a:extLst>
          </p:cNvPr>
          <p:cNvCxnSpPr>
            <a:cxnSpLocks/>
          </p:cNvCxnSpPr>
          <p:nvPr/>
        </p:nvCxnSpPr>
        <p:spPr>
          <a:xfrm flipH="1">
            <a:off x="4494671" y="4768065"/>
            <a:ext cx="382360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lgDash"/>
            <a:headEnd type="oval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E72BD9F1-8610-E1D6-CA34-B811824FA185}"/>
              </a:ext>
            </a:extLst>
          </p:cNvPr>
          <p:cNvCxnSpPr>
            <a:cxnSpLocks/>
          </p:cNvCxnSpPr>
          <p:nvPr/>
        </p:nvCxnSpPr>
        <p:spPr>
          <a:xfrm flipH="1">
            <a:off x="3485017" y="6041694"/>
            <a:ext cx="2609061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lgDash"/>
            <a:headEnd type="oval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Graphic 50" descr="Advertising with solid fill">
            <a:extLst>
              <a:ext uri="{FF2B5EF4-FFF2-40B4-BE49-F238E27FC236}">
                <a16:creationId xmlns:a16="http://schemas.microsoft.com/office/drawing/2014/main" id="{814C350A-67F0-B359-BB3F-24DB0037F30B}"/>
              </a:ext>
            </a:extLst>
          </p:cNvPr>
          <p:cNvSpPr/>
          <p:nvPr/>
        </p:nvSpPr>
        <p:spPr>
          <a:xfrm>
            <a:off x="2190283" y="2121877"/>
            <a:ext cx="336282" cy="336282"/>
          </a:xfrm>
          <a:custGeom>
            <a:avLst/>
            <a:gdLst>
              <a:gd name="connsiteX0" fmla="*/ 535828 w 535828"/>
              <a:gd name="connsiteY0" fmla="*/ 341591 h 535828"/>
              <a:gd name="connsiteX1" fmla="*/ 535828 w 535828"/>
              <a:gd name="connsiteY1" fmla="*/ 46885 h 535828"/>
              <a:gd name="connsiteX2" fmla="*/ 442058 w 535828"/>
              <a:gd name="connsiteY2" fmla="*/ 46885 h 535828"/>
              <a:gd name="connsiteX3" fmla="*/ 442058 w 535828"/>
              <a:gd name="connsiteY3" fmla="*/ 26791 h 535828"/>
              <a:gd name="connsiteX4" fmla="*/ 455454 w 535828"/>
              <a:gd name="connsiteY4" fmla="*/ 13396 h 535828"/>
              <a:gd name="connsiteX5" fmla="*/ 442058 w 535828"/>
              <a:gd name="connsiteY5" fmla="*/ 0 h 535828"/>
              <a:gd name="connsiteX6" fmla="*/ 415267 w 535828"/>
              <a:gd name="connsiteY6" fmla="*/ 0 h 535828"/>
              <a:gd name="connsiteX7" fmla="*/ 401871 w 535828"/>
              <a:gd name="connsiteY7" fmla="*/ 13396 h 535828"/>
              <a:gd name="connsiteX8" fmla="*/ 415267 w 535828"/>
              <a:gd name="connsiteY8" fmla="*/ 26791 h 535828"/>
              <a:gd name="connsiteX9" fmla="*/ 415267 w 535828"/>
              <a:gd name="connsiteY9" fmla="*/ 46885 h 535828"/>
              <a:gd name="connsiteX10" fmla="*/ 281310 w 535828"/>
              <a:gd name="connsiteY10" fmla="*/ 46885 h 535828"/>
              <a:gd name="connsiteX11" fmla="*/ 281310 w 535828"/>
              <a:gd name="connsiteY11" fmla="*/ 26791 h 535828"/>
              <a:gd name="connsiteX12" fmla="*/ 294706 w 535828"/>
              <a:gd name="connsiteY12" fmla="*/ 13396 h 535828"/>
              <a:gd name="connsiteX13" fmla="*/ 281310 w 535828"/>
              <a:gd name="connsiteY13" fmla="*/ 0 h 535828"/>
              <a:gd name="connsiteX14" fmla="*/ 254518 w 535828"/>
              <a:gd name="connsiteY14" fmla="*/ 0 h 535828"/>
              <a:gd name="connsiteX15" fmla="*/ 241123 w 535828"/>
              <a:gd name="connsiteY15" fmla="*/ 13396 h 535828"/>
              <a:gd name="connsiteX16" fmla="*/ 254518 w 535828"/>
              <a:gd name="connsiteY16" fmla="*/ 26791 h 535828"/>
              <a:gd name="connsiteX17" fmla="*/ 254518 w 535828"/>
              <a:gd name="connsiteY17" fmla="*/ 46885 h 535828"/>
              <a:gd name="connsiteX18" fmla="*/ 120561 w 535828"/>
              <a:gd name="connsiteY18" fmla="*/ 46885 h 535828"/>
              <a:gd name="connsiteX19" fmla="*/ 120561 w 535828"/>
              <a:gd name="connsiteY19" fmla="*/ 26791 h 535828"/>
              <a:gd name="connsiteX20" fmla="*/ 133957 w 535828"/>
              <a:gd name="connsiteY20" fmla="*/ 13396 h 535828"/>
              <a:gd name="connsiteX21" fmla="*/ 120561 w 535828"/>
              <a:gd name="connsiteY21" fmla="*/ 0 h 535828"/>
              <a:gd name="connsiteX22" fmla="*/ 93770 w 535828"/>
              <a:gd name="connsiteY22" fmla="*/ 0 h 535828"/>
              <a:gd name="connsiteX23" fmla="*/ 80374 w 535828"/>
              <a:gd name="connsiteY23" fmla="*/ 13396 h 535828"/>
              <a:gd name="connsiteX24" fmla="*/ 93770 w 535828"/>
              <a:gd name="connsiteY24" fmla="*/ 26791 h 535828"/>
              <a:gd name="connsiteX25" fmla="*/ 93770 w 535828"/>
              <a:gd name="connsiteY25" fmla="*/ 46885 h 535828"/>
              <a:gd name="connsiteX26" fmla="*/ 0 w 535828"/>
              <a:gd name="connsiteY26" fmla="*/ 46885 h 535828"/>
              <a:gd name="connsiteX27" fmla="*/ 0 w 535828"/>
              <a:gd name="connsiteY27" fmla="*/ 341591 h 535828"/>
              <a:gd name="connsiteX28" fmla="*/ 16745 w 535828"/>
              <a:gd name="connsiteY28" fmla="*/ 341591 h 535828"/>
              <a:gd name="connsiteX29" fmla="*/ 16745 w 535828"/>
              <a:gd name="connsiteY29" fmla="*/ 368382 h 535828"/>
              <a:gd name="connsiteX30" fmla="*/ 13396 w 535828"/>
              <a:gd name="connsiteY30" fmla="*/ 368382 h 535828"/>
              <a:gd name="connsiteX31" fmla="*/ 0 w 535828"/>
              <a:gd name="connsiteY31" fmla="*/ 381778 h 535828"/>
              <a:gd name="connsiteX32" fmla="*/ 13396 w 535828"/>
              <a:gd name="connsiteY32" fmla="*/ 395173 h 535828"/>
              <a:gd name="connsiteX33" fmla="*/ 87072 w 535828"/>
              <a:gd name="connsiteY33" fmla="*/ 395173 h 535828"/>
              <a:gd name="connsiteX34" fmla="*/ 87072 w 535828"/>
              <a:gd name="connsiteY34" fmla="*/ 535828 h 535828"/>
              <a:gd name="connsiteX35" fmla="*/ 127259 w 535828"/>
              <a:gd name="connsiteY35" fmla="*/ 535828 h 535828"/>
              <a:gd name="connsiteX36" fmla="*/ 127259 w 535828"/>
              <a:gd name="connsiteY36" fmla="*/ 395173 h 535828"/>
              <a:gd name="connsiteX37" fmla="*/ 408569 w 535828"/>
              <a:gd name="connsiteY37" fmla="*/ 395173 h 535828"/>
              <a:gd name="connsiteX38" fmla="*/ 408569 w 535828"/>
              <a:gd name="connsiteY38" fmla="*/ 535828 h 535828"/>
              <a:gd name="connsiteX39" fmla="*/ 448756 w 535828"/>
              <a:gd name="connsiteY39" fmla="*/ 535828 h 535828"/>
              <a:gd name="connsiteX40" fmla="*/ 448756 w 535828"/>
              <a:gd name="connsiteY40" fmla="*/ 395173 h 535828"/>
              <a:gd name="connsiteX41" fmla="*/ 522433 w 535828"/>
              <a:gd name="connsiteY41" fmla="*/ 395173 h 535828"/>
              <a:gd name="connsiteX42" fmla="*/ 535828 w 535828"/>
              <a:gd name="connsiteY42" fmla="*/ 381778 h 535828"/>
              <a:gd name="connsiteX43" fmla="*/ 522433 w 535828"/>
              <a:gd name="connsiteY43" fmla="*/ 368382 h 535828"/>
              <a:gd name="connsiteX44" fmla="*/ 519084 w 535828"/>
              <a:gd name="connsiteY44" fmla="*/ 368382 h 535828"/>
              <a:gd name="connsiteX45" fmla="*/ 519084 w 535828"/>
              <a:gd name="connsiteY45" fmla="*/ 341591 h 535828"/>
              <a:gd name="connsiteX46" fmla="*/ 338242 w 535828"/>
              <a:gd name="connsiteY46" fmla="*/ 341591 h 535828"/>
              <a:gd name="connsiteX47" fmla="*/ 338242 w 535828"/>
              <a:gd name="connsiteY47" fmla="*/ 368382 h 535828"/>
              <a:gd name="connsiteX48" fmla="*/ 308905 w 535828"/>
              <a:gd name="connsiteY48" fmla="*/ 368382 h 535828"/>
              <a:gd name="connsiteX49" fmla="*/ 335696 w 535828"/>
              <a:gd name="connsiteY49" fmla="*/ 341591 h 535828"/>
              <a:gd name="connsiteX50" fmla="*/ 358335 w 535828"/>
              <a:gd name="connsiteY50" fmla="*/ 368382 h 535828"/>
              <a:gd name="connsiteX51" fmla="*/ 358335 w 535828"/>
              <a:gd name="connsiteY51" fmla="*/ 341591 h 535828"/>
              <a:gd name="connsiteX52" fmla="*/ 387672 w 535828"/>
              <a:gd name="connsiteY52" fmla="*/ 341591 h 535828"/>
              <a:gd name="connsiteX53" fmla="*/ 360880 w 535828"/>
              <a:gd name="connsiteY53" fmla="*/ 368382 h 535828"/>
              <a:gd name="connsiteX54" fmla="*/ 280506 w 535828"/>
              <a:gd name="connsiteY54" fmla="*/ 368382 h 535828"/>
              <a:gd name="connsiteX55" fmla="*/ 277961 w 535828"/>
              <a:gd name="connsiteY55" fmla="*/ 368382 h 535828"/>
              <a:gd name="connsiteX56" fmla="*/ 277961 w 535828"/>
              <a:gd name="connsiteY56" fmla="*/ 341591 h 535828"/>
              <a:gd name="connsiteX57" fmla="*/ 307298 w 535828"/>
              <a:gd name="connsiteY57" fmla="*/ 341591 h 535828"/>
              <a:gd name="connsiteX58" fmla="*/ 257867 w 535828"/>
              <a:gd name="connsiteY58" fmla="*/ 341591 h 535828"/>
              <a:gd name="connsiteX59" fmla="*/ 257867 w 535828"/>
              <a:gd name="connsiteY59" fmla="*/ 368382 h 535828"/>
              <a:gd name="connsiteX60" fmla="*/ 228531 w 535828"/>
              <a:gd name="connsiteY60" fmla="*/ 368382 h 535828"/>
              <a:gd name="connsiteX61" fmla="*/ 255322 w 535828"/>
              <a:gd name="connsiteY61" fmla="*/ 341591 h 535828"/>
              <a:gd name="connsiteX62" fmla="*/ 200132 w 535828"/>
              <a:gd name="connsiteY62" fmla="*/ 368382 h 535828"/>
              <a:gd name="connsiteX63" fmla="*/ 197587 w 535828"/>
              <a:gd name="connsiteY63" fmla="*/ 368382 h 535828"/>
              <a:gd name="connsiteX64" fmla="*/ 197587 w 535828"/>
              <a:gd name="connsiteY64" fmla="*/ 341591 h 535828"/>
              <a:gd name="connsiteX65" fmla="*/ 226923 w 535828"/>
              <a:gd name="connsiteY65" fmla="*/ 341591 h 535828"/>
              <a:gd name="connsiteX66" fmla="*/ 177493 w 535828"/>
              <a:gd name="connsiteY66" fmla="*/ 341591 h 535828"/>
              <a:gd name="connsiteX67" fmla="*/ 177493 w 535828"/>
              <a:gd name="connsiteY67" fmla="*/ 368382 h 535828"/>
              <a:gd name="connsiteX68" fmla="*/ 148157 w 535828"/>
              <a:gd name="connsiteY68" fmla="*/ 368382 h 535828"/>
              <a:gd name="connsiteX69" fmla="*/ 174948 w 535828"/>
              <a:gd name="connsiteY69" fmla="*/ 341591 h 535828"/>
              <a:gd name="connsiteX70" fmla="*/ 119758 w 535828"/>
              <a:gd name="connsiteY70" fmla="*/ 368382 h 535828"/>
              <a:gd name="connsiteX71" fmla="*/ 117212 w 535828"/>
              <a:gd name="connsiteY71" fmla="*/ 368382 h 535828"/>
              <a:gd name="connsiteX72" fmla="*/ 117212 w 535828"/>
              <a:gd name="connsiteY72" fmla="*/ 341591 h 535828"/>
              <a:gd name="connsiteX73" fmla="*/ 146549 w 535828"/>
              <a:gd name="connsiteY73" fmla="*/ 341591 h 535828"/>
              <a:gd name="connsiteX74" fmla="*/ 97119 w 535828"/>
              <a:gd name="connsiteY74" fmla="*/ 341591 h 535828"/>
              <a:gd name="connsiteX75" fmla="*/ 97119 w 535828"/>
              <a:gd name="connsiteY75" fmla="*/ 368382 h 535828"/>
              <a:gd name="connsiteX76" fmla="*/ 67782 w 535828"/>
              <a:gd name="connsiteY76" fmla="*/ 368382 h 535828"/>
              <a:gd name="connsiteX77" fmla="*/ 94574 w 535828"/>
              <a:gd name="connsiteY77" fmla="*/ 341591 h 535828"/>
              <a:gd name="connsiteX78" fmla="*/ 416071 w 535828"/>
              <a:gd name="connsiteY78" fmla="*/ 341591 h 535828"/>
              <a:gd name="connsiteX79" fmla="*/ 418616 w 535828"/>
              <a:gd name="connsiteY79" fmla="*/ 341591 h 535828"/>
              <a:gd name="connsiteX80" fmla="*/ 418616 w 535828"/>
              <a:gd name="connsiteY80" fmla="*/ 368382 h 535828"/>
              <a:gd name="connsiteX81" fmla="*/ 389279 w 535828"/>
              <a:gd name="connsiteY81" fmla="*/ 368382 h 535828"/>
              <a:gd name="connsiteX82" fmla="*/ 438709 w 535828"/>
              <a:gd name="connsiteY82" fmla="*/ 368382 h 535828"/>
              <a:gd name="connsiteX83" fmla="*/ 438709 w 535828"/>
              <a:gd name="connsiteY83" fmla="*/ 341591 h 535828"/>
              <a:gd name="connsiteX84" fmla="*/ 468046 w 535828"/>
              <a:gd name="connsiteY84" fmla="*/ 341591 h 535828"/>
              <a:gd name="connsiteX85" fmla="*/ 441255 w 535828"/>
              <a:gd name="connsiteY85" fmla="*/ 368382 h 535828"/>
              <a:gd name="connsiteX86" fmla="*/ 26791 w 535828"/>
              <a:gd name="connsiteY86" fmla="*/ 73676 h 535828"/>
              <a:gd name="connsiteX87" fmla="*/ 509037 w 535828"/>
              <a:gd name="connsiteY87" fmla="*/ 73676 h 535828"/>
              <a:gd name="connsiteX88" fmla="*/ 509037 w 535828"/>
              <a:gd name="connsiteY88" fmla="*/ 314799 h 535828"/>
              <a:gd name="connsiteX89" fmla="*/ 26791 w 535828"/>
              <a:gd name="connsiteY89" fmla="*/ 314799 h 535828"/>
              <a:gd name="connsiteX90" fmla="*/ 36838 w 535828"/>
              <a:gd name="connsiteY90" fmla="*/ 341591 h 535828"/>
              <a:gd name="connsiteX91" fmla="*/ 66175 w 535828"/>
              <a:gd name="connsiteY91" fmla="*/ 341591 h 535828"/>
              <a:gd name="connsiteX92" fmla="*/ 39383 w 535828"/>
              <a:gd name="connsiteY92" fmla="*/ 368382 h 535828"/>
              <a:gd name="connsiteX93" fmla="*/ 36838 w 535828"/>
              <a:gd name="connsiteY93" fmla="*/ 368382 h 535828"/>
              <a:gd name="connsiteX94" fmla="*/ 498990 w 535828"/>
              <a:gd name="connsiteY94" fmla="*/ 368382 h 535828"/>
              <a:gd name="connsiteX95" fmla="*/ 469654 w 535828"/>
              <a:gd name="connsiteY95" fmla="*/ 368382 h 535828"/>
              <a:gd name="connsiteX96" fmla="*/ 496445 w 535828"/>
              <a:gd name="connsiteY96" fmla="*/ 341591 h 535828"/>
              <a:gd name="connsiteX97" fmla="*/ 498990 w 535828"/>
              <a:gd name="connsiteY97" fmla="*/ 341591 h 535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535828" h="535828">
                <a:moveTo>
                  <a:pt x="535828" y="341591"/>
                </a:moveTo>
                <a:lnTo>
                  <a:pt x="535828" y="46885"/>
                </a:lnTo>
                <a:lnTo>
                  <a:pt x="442058" y="46885"/>
                </a:lnTo>
                <a:lnTo>
                  <a:pt x="442058" y="26791"/>
                </a:lnTo>
                <a:cubicBezTo>
                  <a:pt x="449457" y="26791"/>
                  <a:pt x="455454" y="20794"/>
                  <a:pt x="455454" y="13396"/>
                </a:cubicBezTo>
                <a:cubicBezTo>
                  <a:pt x="455454" y="5997"/>
                  <a:pt x="449457" y="0"/>
                  <a:pt x="442058" y="0"/>
                </a:cubicBezTo>
                <a:lnTo>
                  <a:pt x="415267" y="0"/>
                </a:lnTo>
                <a:cubicBezTo>
                  <a:pt x="407869" y="0"/>
                  <a:pt x="401871" y="5997"/>
                  <a:pt x="401871" y="13396"/>
                </a:cubicBezTo>
                <a:cubicBezTo>
                  <a:pt x="401871" y="20794"/>
                  <a:pt x="407869" y="26791"/>
                  <a:pt x="415267" y="26791"/>
                </a:cubicBezTo>
                <a:lnTo>
                  <a:pt x="415267" y="46885"/>
                </a:lnTo>
                <a:lnTo>
                  <a:pt x="281310" y="46885"/>
                </a:lnTo>
                <a:lnTo>
                  <a:pt x="281310" y="26791"/>
                </a:lnTo>
                <a:cubicBezTo>
                  <a:pt x="288708" y="26791"/>
                  <a:pt x="294706" y="20794"/>
                  <a:pt x="294706" y="13396"/>
                </a:cubicBezTo>
                <a:cubicBezTo>
                  <a:pt x="294706" y="5997"/>
                  <a:pt x="288708" y="0"/>
                  <a:pt x="281310" y="0"/>
                </a:cubicBezTo>
                <a:lnTo>
                  <a:pt x="254518" y="0"/>
                </a:lnTo>
                <a:cubicBezTo>
                  <a:pt x="247120" y="0"/>
                  <a:pt x="241123" y="5997"/>
                  <a:pt x="241123" y="13396"/>
                </a:cubicBezTo>
                <a:cubicBezTo>
                  <a:pt x="241123" y="20794"/>
                  <a:pt x="247120" y="26791"/>
                  <a:pt x="254518" y="26791"/>
                </a:cubicBezTo>
                <a:lnTo>
                  <a:pt x="254518" y="46885"/>
                </a:lnTo>
                <a:lnTo>
                  <a:pt x="120561" y="46885"/>
                </a:lnTo>
                <a:lnTo>
                  <a:pt x="120561" y="26791"/>
                </a:lnTo>
                <a:cubicBezTo>
                  <a:pt x="127960" y="26791"/>
                  <a:pt x="133957" y="20794"/>
                  <a:pt x="133957" y="13396"/>
                </a:cubicBezTo>
                <a:cubicBezTo>
                  <a:pt x="133957" y="5997"/>
                  <a:pt x="127960" y="0"/>
                  <a:pt x="120561" y="0"/>
                </a:cubicBezTo>
                <a:lnTo>
                  <a:pt x="93770" y="0"/>
                </a:lnTo>
                <a:cubicBezTo>
                  <a:pt x="86372" y="0"/>
                  <a:pt x="80374" y="5997"/>
                  <a:pt x="80374" y="13396"/>
                </a:cubicBezTo>
                <a:cubicBezTo>
                  <a:pt x="80374" y="20794"/>
                  <a:pt x="86372" y="26791"/>
                  <a:pt x="93770" y="26791"/>
                </a:cubicBezTo>
                <a:lnTo>
                  <a:pt x="93770" y="46885"/>
                </a:lnTo>
                <a:lnTo>
                  <a:pt x="0" y="46885"/>
                </a:lnTo>
                <a:lnTo>
                  <a:pt x="0" y="341591"/>
                </a:lnTo>
                <a:lnTo>
                  <a:pt x="16745" y="341591"/>
                </a:lnTo>
                <a:lnTo>
                  <a:pt x="16745" y="368382"/>
                </a:lnTo>
                <a:lnTo>
                  <a:pt x="13396" y="368382"/>
                </a:lnTo>
                <a:cubicBezTo>
                  <a:pt x="5997" y="368382"/>
                  <a:pt x="0" y="374379"/>
                  <a:pt x="0" y="381778"/>
                </a:cubicBezTo>
                <a:cubicBezTo>
                  <a:pt x="0" y="389176"/>
                  <a:pt x="5997" y="395173"/>
                  <a:pt x="13396" y="395173"/>
                </a:cubicBezTo>
                <a:lnTo>
                  <a:pt x="87072" y="395173"/>
                </a:lnTo>
                <a:lnTo>
                  <a:pt x="87072" y="535828"/>
                </a:lnTo>
                <a:lnTo>
                  <a:pt x="127259" y="535828"/>
                </a:lnTo>
                <a:lnTo>
                  <a:pt x="127259" y="395173"/>
                </a:lnTo>
                <a:lnTo>
                  <a:pt x="408569" y="395173"/>
                </a:lnTo>
                <a:lnTo>
                  <a:pt x="408569" y="535828"/>
                </a:lnTo>
                <a:lnTo>
                  <a:pt x="448756" y="535828"/>
                </a:lnTo>
                <a:lnTo>
                  <a:pt x="448756" y="395173"/>
                </a:lnTo>
                <a:lnTo>
                  <a:pt x="522433" y="395173"/>
                </a:lnTo>
                <a:cubicBezTo>
                  <a:pt x="529831" y="395173"/>
                  <a:pt x="535828" y="389176"/>
                  <a:pt x="535828" y="381778"/>
                </a:cubicBezTo>
                <a:cubicBezTo>
                  <a:pt x="535828" y="374379"/>
                  <a:pt x="529831" y="368382"/>
                  <a:pt x="522433" y="368382"/>
                </a:cubicBezTo>
                <a:lnTo>
                  <a:pt x="519084" y="368382"/>
                </a:lnTo>
                <a:lnTo>
                  <a:pt x="519084" y="341591"/>
                </a:lnTo>
                <a:close/>
                <a:moveTo>
                  <a:pt x="338242" y="341591"/>
                </a:moveTo>
                <a:lnTo>
                  <a:pt x="338242" y="368382"/>
                </a:lnTo>
                <a:lnTo>
                  <a:pt x="308905" y="368382"/>
                </a:lnTo>
                <a:lnTo>
                  <a:pt x="335696" y="341591"/>
                </a:lnTo>
                <a:close/>
                <a:moveTo>
                  <a:pt x="358335" y="368382"/>
                </a:moveTo>
                <a:lnTo>
                  <a:pt x="358335" y="341591"/>
                </a:lnTo>
                <a:lnTo>
                  <a:pt x="387672" y="341591"/>
                </a:lnTo>
                <a:lnTo>
                  <a:pt x="360880" y="368382"/>
                </a:lnTo>
                <a:close/>
                <a:moveTo>
                  <a:pt x="280506" y="368382"/>
                </a:moveTo>
                <a:lnTo>
                  <a:pt x="277961" y="368382"/>
                </a:lnTo>
                <a:lnTo>
                  <a:pt x="277961" y="341591"/>
                </a:lnTo>
                <a:lnTo>
                  <a:pt x="307298" y="341591"/>
                </a:lnTo>
                <a:close/>
                <a:moveTo>
                  <a:pt x="257867" y="341591"/>
                </a:moveTo>
                <a:lnTo>
                  <a:pt x="257867" y="368382"/>
                </a:lnTo>
                <a:lnTo>
                  <a:pt x="228531" y="368382"/>
                </a:lnTo>
                <a:lnTo>
                  <a:pt x="255322" y="341591"/>
                </a:lnTo>
                <a:close/>
                <a:moveTo>
                  <a:pt x="200132" y="368382"/>
                </a:moveTo>
                <a:lnTo>
                  <a:pt x="197587" y="368382"/>
                </a:lnTo>
                <a:lnTo>
                  <a:pt x="197587" y="341591"/>
                </a:lnTo>
                <a:lnTo>
                  <a:pt x="226923" y="341591"/>
                </a:lnTo>
                <a:close/>
                <a:moveTo>
                  <a:pt x="177493" y="341591"/>
                </a:moveTo>
                <a:lnTo>
                  <a:pt x="177493" y="368382"/>
                </a:lnTo>
                <a:lnTo>
                  <a:pt x="148157" y="368382"/>
                </a:lnTo>
                <a:lnTo>
                  <a:pt x="174948" y="341591"/>
                </a:lnTo>
                <a:close/>
                <a:moveTo>
                  <a:pt x="119758" y="368382"/>
                </a:moveTo>
                <a:lnTo>
                  <a:pt x="117212" y="368382"/>
                </a:lnTo>
                <a:lnTo>
                  <a:pt x="117212" y="341591"/>
                </a:lnTo>
                <a:lnTo>
                  <a:pt x="146549" y="341591"/>
                </a:lnTo>
                <a:close/>
                <a:moveTo>
                  <a:pt x="97119" y="341591"/>
                </a:moveTo>
                <a:lnTo>
                  <a:pt x="97119" y="368382"/>
                </a:lnTo>
                <a:lnTo>
                  <a:pt x="67782" y="368382"/>
                </a:lnTo>
                <a:lnTo>
                  <a:pt x="94574" y="341591"/>
                </a:lnTo>
                <a:close/>
                <a:moveTo>
                  <a:pt x="416071" y="341591"/>
                </a:moveTo>
                <a:lnTo>
                  <a:pt x="418616" y="341591"/>
                </a:lnTo>
                <a:lnTo>
                  <a:pt x="418616" y="368382"/>
                </a:lnTo>
                <a:lnTo>
                  <a:pt x="389279" y="368382"/>
                </a:lnTo>
                <a:close/>
                <a:moveTo>
                  <a:pt x="438709" y="368382"/>
                </a:moveTo>
                <a:lnTo>
                  <a:pt x="438709" y="341591"/>
                </a:lnTo>
                <a:lnTo>
                  <a:pt x="468046" y="341591"/>
                </a:lnTo>
                <a:lnTo>
                  <a:pt x="441255" y="368382"/>
                </a:lnTo>
                <a:close/>
                <a:moveTo>
                  <a:pt x="26791" y="73676"/>
                </a:moveTo>
                <a:lnTo>
                  <a:pt x="509037" y="73676"/>
                </a:lnTo>
                <a:lnTo>
                  <a:pt x="509037" y="314799"/>
                </a:lnTo>
                <a:lnTo>
                  <a:pt x="26791" y="314799"/>
                </a:lnTo>
                <a:close/>
                <a:moveTo>
                  <a:pt x="36838" y="341591"/>
                </a:moveTo>
                <a:lnTo>
                  <a:pt x="66175" y="341591"/>
                </a:lnTo>
                <a:lnTo>
                  <a:pt x="39383" y="368382"/>
                </a:lnTo>
                <a:lnTo>
                  <a:pt x="36838" y="368382"/>
                </a:lnTo>
                <a:close/>
                <a:moveTo>
                  <a:pt x="498990" y="368382"/>
                </a:moveTo>
                <a:lnTo>
                  <a:pt x="469654" y="368382"/>
                </a:lnTo>
                <a:lnTo>
                  <a:pt x="496445" y="341591"/>
                </a:lnTo>
                <a:lnTo>
                  <a:pt x="498990" y="341591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64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4" name="Graphic 52" descr="Bank with solid fill">
            <a:extLst>
              <a:ext uri="{FF2B5EF4-FFF2-40B4-BE49-F238E27FC236}">
                <a16:creationId xmlns:a16="http://schemas.microsoft.com/office/drawing/2014/main" id="{8A3C49CC-7D17-FA8F-4E41-A48CA2ED34D8}"/>
              </a:ext>
            </a:extLst>
          </p:cNvPr>
          <p:cNvSpPr/>
          <p:nvPr/>
        </p:nvSpPr>
        <p:spPr>
          <a:xfrm>
            <a:off x="3036061" y="2669682"/>
            <a:ext cx="319470" cy="302654"/>
          </a:xfrm>
          <a:custGeom>
            <a:avLst/>
            <a:gdLst>
              <a:gd name="connsiteX0" fmla="*/ 462152 w 509036"/>
              <a:gd name="connsiteY0" fmla="*/ 421965 h 482245"/>
              <a:gd name="connsiteX1" fmla="*/ 462152 w 509036"/>
              <a:gd name="connsiteY1" fmla="*/ 408569 h 482245"/>
              <a:gd name="connsiteX2" fmla="*/ 435361 w 509036"/>
              <a:gd name="connsiteY2" fmla="*/ 408569 h 482245"/>
              <a:gd name="connsiteX3" fmla="*/ 435361 w 509036"/>
              <a:gd name="connsiteY3" fmla="*/ 180842 h 482245"/>
              <a:gd name="connsiteX4" fmla="*/ 462152 w 509036"/>
              <a:gd name="connsiteY4" fmla="*/ 180842 h 482245"/>
              <a:gd name="connsiteX5" fmla="*/ 462152 w 509036"/>
              <a:gd name="connsiteY5" fmla="*/ 167446 h 482245"/>
              <a:gd name="connsiteX6" fmla="*/ 482246 w 509036"/>
              <a:gd name="connsiteY6" fmla="*/ 167446 h 482245"/>
              <a:gd name="connsiteX7" fmla="*/ 482246 w 509036"/>
              <a:gd name="connsiteY7" fmla="*/ 127259 h 482245"/>
              <a:gd name="connsiteX8" fmla="*/ 462152 w 509036"/>
              <a:gd name="connsiteY8" fmla="*/ 127259 h 482245"/>
              <a:gd name="connsiteX9" fmla="*/ 254518 w 509036"/>
              <a:gd name="connsiteY9" fmla="*/ 0 h 482245"/>
              <a:gd name="connsiteX10" fmla="*/ 46885 w 509036"/>
              <a:gd name="connsiteY10" fmla="*/ 127259 h 482245"/>
              <a:gd name="connsiteX11" fmla="*/ 26791 w 509036"/>
              <a:gd name="connsiteY11" fmla="*/ 127259 h 482245"/>
              <a:gd name="connsiteX12" fmla="*/ 26791 w 509036"/>
              <a:gd name="connsiteY12" fmla="*/ 167446 h 482245"/>
              <a:gd name="connsiteX13" fmla="*/ 46885 w 509036"/>
              <a:gd name="connsiteY13" fmla="*/ 167446 h 482245"/>
              <a:gd name="connsiteX14" fmla="*/ 46885 w 509036"/>
              <a:gd name="connsiteY14" fmla="*/ 180842 h 482245"/>
              <a:gd name="connsiteX15" fmla="*/ 73676 w 509036"/>
              <a:gd name="connsiteY15" fmla="*/ 180842 h 482245"/>
              <a:gd name="connsiteX16" fmla="*/ 73676 w 509036"/>
              <a:gd name="connsiteY16" fmla="*/ 408569 h 482245"/>
              <a:gd name="connsiteX17" fmla="*/ 46885 w 509036"/>
              <a:gd name="connsiteY17" fmla="*/ 408569 h 482245"/>
              <a:gd name="connsiteX18" fmla="*/ 46885 w 509036"/>
              <a:gd name="connsiteY18" fmla="*/ 421965 h 482245"/>
              <a:gd name="connsiteX19" fmla="*/ 0 w 509036"/>
              <a:gd name="connsiteY19" fmla="*/ 455454 h 482245"/>
              <a:gd name="connsiteX20" fmla="*/ 0 w 509036"/>
              <a:gd name="connsiteY20" fmla="*/ 482246 h 482245"/>
              <a:gd name="connsiteX21" fmla="*/ 254518 w 509036"/>
              <a:gd name="connsiteY21" fmla="*/ 482246 h 482245"/>
              <a:gd name="connsiteX22" fmla="*/ 509037 w 509036"/>
              <a:gd name="connsiteY22" fmla="*/ 482246 h 482245"/>
              <a:gd name="connsiteX23" fmla="*/ 509037 w 509036"/>
              <a:gd name="connsiteY23" fmla="*/ 455454 h 482245"/>
              <a:gd name="connsiteX24" fmla="*/ 462152 w 509036"/>
              <a:gd name="connsiteY24" fmla="*/ 421965 h 482245"/>
              <a:gd name="connsiteX25" fmla="*/ 154051 w 509036"/>
              <a:gd name="connsiteY25" fmla="*/ 408569 h 482245"/>
              <a:gd name="connsiteX26" fmla="*/ 113864 w 509036"/>
              <a:gd name="connsiteY26" fmla="*/ 408569 h 482245"/>
              <a:gd name="connsiteX27" fmla="*/ 113864 w 509036"/>
              <a:gd name="connsiteY27" fmla="*/ 180842 h 482245"/>
              <a:gd name="connsiteX28" fmla="*/ 154051 w 509036"/>
              <a:gd name="connsiteY28" fmla="*/ 180842 h 482245"/>
              <a:gd name="connsiteX29" fmla="*/ 154051 w 509036"/>
              <a:gd name="connsiteY29" fmla="*/ 408569 h 482245"/>
              <a:gd name="connsiteX30" fmla="*/ 234425 w 509036"/>
              <a:gd name="connsiteY30" fmla="*/ 408569 h 482245"/>
              <a:gd name="connsiteX31" fmla="*/ 194238 w 509036"/>
              <a:gd name="connsiteY31" fmla="*/ 408569 h 482245"/>
              <a:gd name="connsiteX32" fmla="*/ 194238 w 509036"/>
              <a:gd name="connsiteY32" fmla="*/ 180842 h 482245"/>
              <a:gd name="connsiteX33" fmla="*/ 234425 w 509036"/>
              <a:gd name="connsiteY33" fmla="*/ 180842 h 482245"/>
              <a:gd name="connsiteX34" fmla="*/ 234425 w 509036"/>
              <a:gd name="connsiteY34" fmla="*/ 408569 h 482245"/>
              <a:gd name="connsiteX35" fmla="*/ 247821 w 509036"/>
              <a:gd name="connsiteY35" fmla="*/ 113864 h 482245"/>
              <a:gd name="connsiteX36" fmla="*/ 221029 w 509036"/>
              <a:gd name="connsiteY36" fmla="*/ 87072 h 482245"/>
              <a:gd name="connsiteX37" fmla="*/ 247821 w 509036"/>
              <a:gd name="connsiteY37" fmla="*/ 60281 h 482245"/>
              <a:gd name="connsiteX38" fmla="*/ 274612 w 509036"/>
              <a:gd name="connsiteY38" fmla="*/ 87072 h 482245"/>
              <a:gd name="connsiteX39" fmla="*/ 247821 w 509036"/>
              <a:gd name="connsiteY39" fmla="*/ 113864 h 482245"/>
              <a:gd name="connsiteX40" fmla="*/ 314799 w 509036"/>
              <a:gd name="connsiteY40" fmla="*/ 408569 h 482245"/>
              <a:gd name="connsiteX41" fmla="*/ 274612 w 509036"/>
              <a:gd name="connsiteY41" fmla="*/ 408569 h 482245"/>
              <a:gd name="connsiteX42" fmla="*/ 274612 w 509036"/>
              <a:gd name="connsiteY42" fmla="*/ 180842 h 482245"/>
              <a:gd name="connsiteX43" fmla="*/ 314799 w 509036"/>
              <a:gd name="connsiteY43" fmla="*/ 180842 h 482245"/>
              <a:gd name="connsiteX44" fmla="*/ 314799 w 509036"/>
              <a:gd name="connsiteY44" fmla="*/ 408569 h 482245"/>
              <a:gd name="connsiteX45" fmla="*/ 395173 w 509036"/>
              <a:gd name="connsiteY45" fmla="*/ 408569 h 482245"/>
              <a:gd name="connsiteX46" fmla="*/ 354986 w 509036"/>
              <a:gd name="connsiteY46" fmla="*/ 408569 h 482245"/>
              <a:gd name="connsiteX47" fmla="*/ 354986 w 509036"/>
              <a:gd name="connsiteY47" fmla="*/ 180842 h 482245"/>
              <a:gd name="connsiteX48" fmla="*/ 395173 w 509036"/>
              <a:gd name="connsiteY48" fmla="*/ 180842 h 482245"/>
              <a:gd name="connsiteX49" fmla="*/ 395173 w 509036"/>
              <a:gd name="connsiteY49" fmla="*/ 408569 h 482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509036" h="482245">
                <a:moveTo>
                  <a:pt x="462152" y="421965"/>
                </a:moveTo>
                <a:lnTo>
                  <a:pt x="462152" y="408569"/>
                </a:lnTo>
                <a:lnTo>
                  <a:pt x="435361" y="408569"/>
                </a:lnTo>
                <a:lnTo>
                  <a:pt x="435361" y="180842"/>
                </a:lnTo>
                <a:lnTo>
                  <a:pt x="462152" y="180842"/>
                </a:lnTo>
                <a:lnTo>
                  <a:pt x="462152" y="167446"/>
                </a:lnTo>
                <a:lnTo>
                  <a:pt x="482246" y="167446"/>
                </a:lnTo>
                <a:lnTo>
                  <a:pt x="482246" y="127259"/>
                </a:lnTo>
                <a:lnTo>
                  <a:pt x="462152" y="127259"/>
                </a:lnTo>
                <a:lnTo>
                  <a:pt x="254518" y="0"/>
                </a:lnTo>
                <a:lnTo>
                  <a:pt x="46885" y="127259"/>
                </a:lnTo>
                <a:lnTo>
                  <a:pt x="26791" y="127259"/>
                </a:lnTo>
                <a:lnTo>
                  <a:pt x="26791" y="167446"/>
                </a:lnTo>
                <a:lnTo>
                  <a:pt x="46885" y="167446"/>
                </a:lnTo>
                <a:lnTo>
                  <a:pt x="46885" y="180842"/>
                </a:lnTo>
                <a:lnTo>
                  <a:pt x="73676" y="180842"/>
                </a:lnTo>
                <a:lnTo>
                  <a:pt x="73676" y="408569"/>
                </a:lnTo>
                <a:lnTo>
                  <a:pt x="46885" y="408569"/>
                </a:lnTo>
                <a:lnTo>
                  <a:pt x="46885" y="421965"/>
                </a:lnTo>
                <a:lnTo>
                  <a:pt x="0" y="455454"/>
                </a:lnTo>
                <a:lnTo>
                  <a:pt x="0" y="482246"/>
                </a:lnTo>
                <a:lnTo>
                  <a:pt x="254518" y="482246"/>
                </a:lnTo>
                <a:lnTo>
                  <a:pt x="509037" y="482246"/>
                </a:lnTo>
                <a:lnTo>
                  <a:pt x="509037" y="455454"/>
                </a:lnTo>
                <a:lnTo>
                  <a:pt x="462152" y="421965"/>
                </a:lnTo>
                <a:close/>
                <a:moveTo>
                  <a:pt x="154051" y="408569"/>
                </a:moveTo>
                <a:lnTo>
                  <a:pt x="113864" y="408569"/>
                </a:lnTo>
                <a:lnTo>
                  <a:pt x="113864" y="180842"/>
                </a:lnTo>
                <a:lnTo>
                  <a:pt x="154051" y="180842"/>
                </a:lnTo>
                <a:lnTo>
                  <a:pt x="154051" y="408569"/>
                </a:lnTo>
                <a:close/>
                <a:moveTo>
                  <a:pt x="234425" y="408569"/>
                </a:moveTo>
                <a:lnTo>
                  <a:pt x="194238" y="408569"/>
                </a:lnTo>
                <a:lnTo>
                  <a:pt x="194238" y="180842"/>
                </a:lnTo>
                <a:lnTo>
                  <a:pt x="234425" y="180842"/>
                </a:lnTo>
                <a:lnTo>
                  <a:pt x="234425" y="408569"/>
                </a:lnTo>
                <a:close/>
                <a:moveTo>
                  <a:pt x="247821" y="113864"/>
                </a:moveTo>
                <a:cubicBezTo>
                  <a:pt x="233085" y="113864"/>
                  <a:pt x="221029" y="101807"/>
                  <a:pt x="221029" y="87072"/>
                </a:cubicBezTo>
                <a:cubicBezTo>
                  <a:pt x="221029" y="72337"/>
                  <a:pt x="233085" y="60281"/>
                  <a:pt x="247821" y="60281"/>
                </a:cubicBezTo>
                <a:cubicBezTo>
                  <a:pt x="262556" y="60281"/>
                  <a:pt x="274612" y="72337"/>
                  <a:pt x="274612" y="87072"/>
                </a:cubicBezTo>
                <a:cubicBezTo>
                  <a:pt x="274612" y="101807"/>
                  <a:pt x="262556" y="113864"/>
                  <a:pt x="247821" y="113864"/>
                </a:cubicBezTo>
                <a:close/>
                <a:moveTo>
                  <a:pt x="314799" y="408569"/>
                </a:moveTo>
                <a:lnTo>
                  <a:pt x="274612" y="408569"/>
                </a:lnTo>
                <a:lnTo>
                  <a:pt x="274612" y="180842"/>
                </a:lnTo>
                <a:lnTo>
                  <a:pt x="314799" y="180842"/>
                </a:lnTo>
                <a:lnTo>
                  <a:pt x="314799" y="408569"/>
                </a:lnTo>
                <a:close/>
                <a:moveTo>
                  <a:pt x="395173" y="408569"/>
                </a:moveTo>
                <a:lnTo>
                  <a:pt x="354986" y="408569"/>
                </a:lnTo>
                <a:lnTo>
                  <a:pt x="354986" y="180842"/>
                </a:lnTo>
                <a:lnTo>
                  <a:pt x="395173" y="180842"/>
                </a:lnTo>
                <a:lnTo>
                  <a:pt x="395173" y="408569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64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5" name="Graphic 54" descr="Board Of Directors with solid fill">
            <a:extLst>
              <a:ext uri="{FF2B5EF4-FFF2-40B4-BE49-F238E27FC236}">
                <a16:creationId xmlns:a16="http://schemas.microsoft.com/office/drawing/2014/main" id="{219156F4-8AB7-4F97-9EEE-B9D0265326C8}"/>
              </a:ext>
            </a:extLst>
          </p:cNvPr>
          <p:cNvSpPr/>
          <p:nvPr/>
        </p:nvSpPr>
        <p:spPr>
          <a:xfrm>
            <a:off x="3295440" y="3645877"/>
            <a:ext cx="386718" cy="302648"/>
          </a:xfrm>
          <a:custGeom>
            <a:avLst/>
            <a:gdLst>
              <a:gd name="connsiteX0" fmla="*/ 585584 w 616191"/>
              <a:gd name="connsiteY0" fmla="*/ 341952 h 482237"/>
              <a:gd name="connsiteX1" fmla="*/ 600125 w 616191"/>
              <a:gd name="connsiteY1" fmla="*/ 325013 h 482237"/>
              <a:gd name="connsiteX2" fmla="*/ 616046 w 616191"/>
              <a:gd name="connsiteY2" fmla="*/ 192356 h 482237"/>
              <a:gd name="connsiteX3" fmla="*/ 598533 w 616191"/>
              <a:gd name="connsiteY3" fmla="*/ 170049 h 482237"/>
              <a:gd name="connsiteX4" fmla="*/ 597292 w 616191"/>
              <a:gd name="connsiteY4" fmla="*/ 169938 h 482237"/>
              <a:gd name="connsiteX5" fmla="*/ 523575 w 616191"/>
              <a:gd name="connsiteY5" fmla="*/ 165598 h 482237"/>
              <a:gd name="connsiteX6" fmla="*/ 502497 w 616191"/>
              <a:gd name="connsiteY6" fmla="*/ 183059 h 482237"/>
              <a:gd name="connsiteX7" fmla="*/ 497929 w 616191"/>
              <a:gd name="connsiteY7" fmla="*/ 218477 h 482237"/>
              <a:gd name="connsiteX8" fmla="*/ 486670 w 616191"/>
              <a:gd name="connsiteY8" fmla="*/ 201237 h 482237"/>
              <a:gd name="connsiteX9" fmla="*/ 489235 w 616191"/>
              <a:gd name="connsiteY9" fmla="*/ 181351 h 482237"/>
              <a:gd name="connsiteX10" fmla="*/ 522430 w 616191"/>
              <a:gd name="connsiteY10" fmla="*/ 152195 h 482237"/>
              <a:gd name="connsiteX11" fmla="*/ 524439 w 616191"/>
              <a:gd name="connsiteY11" fmla="*/ 152256 h 482237"/>
              <a:gd name="connsiteX12" fmla="*/ 556281 w 616191"/>
              <a:gd name="connsiteY12" fmla="*/ 154124 h 482237"/>
              <a:gd name="connsiteX13" fmla="*/ 560882 w 616191"/>
              <a:gd name="connsiteY13" fmla="*/ 125879 h 482237"/>
              <a:gd name="connsiteX14" fmla="*/ 544231 w 616191"/>
              <a:gd name="connsiteY14" fmla="*/ 102852 h 482237"/>
              <a:gd name="connsiteX15" fmla="*/ 542416 w 616191"/>
              <a:gd name="connsiteY15" fmla="*/ 102645 h 482237"/>
              <a:gd name="connsiteX16" fmla="*/ 482477 w 616191"/>
              <a:gd name="connsiteY16" fmla="*/ 98626 h 482237"/>
              <a:gd name="connsiteX17" fmla="*/ 461318 w 616191"/>
              <a:gd name="connsiteY17" fmla="*/ 115585 h 482237"/>
              <a:gd name="connsiteX18" fmla="*/ 455451 w 616191"/>
              <a:gd name="connsiteY18" fmla="*/ 153354 h 482237"/>
              <a:gd name="connsiteX19" fmla="*/ 444507 w 616191"/>
              <a:gd name="connsiteY19" fmla="*/ 136609 h 482237"/>
              <a:gd name="connsiteX20" fmla="*/ 448057 w 616191"/>
              <a:gd name="connsiteY20" fmla="*/ 113582 h 482237"/>
              <a:gd name="connsiteX21" fmla="*/ 481091 w 616191"/>
              <a:gd name="connsiteY21" fmla="*/ 85244 h 482237"/>
              <a:gd name="connsiteX22" fmla="*/ 483328 w 616191"/>
              <a:gd name="connsiteY22" fmla="*/ 85324 h 482237"/>
              <a:gd name="connsiteX23" fmla="*/ 496549 w 616191"/>
              <a:gd name="connsiteY23" fmla="*/ 86201 h 482237"/>
              <a:gd name="connsiteX24" fmla="*/ 498632 w 616191"/>
              <a:gd name="connsiteY24" fmla="*/ 67447 h 482237"/>
              <a:gd name="connsiteX25" fmla="*/ 480850 w 616191"/>
              <a:gd name="connsiteY25" fmla="*/ 45282 h 482237"/>
              <a:gd name="connsiteX26" fmla="*/ 480233 w 616191"/>
              <a:gd name="connsiteY26" fmla="*/ 45224 h 482237"/>
              <a:gd name="connsiteX27" fmla="*/ 433442 w 616191"/>
              <a:gd name="connsiteY27" fmla="*/ 41627 h 482237"/>
              <a:gd name="connsiteX28" fmla="*/ 411915 w 616191"/>
              <a:gd name="connsiteY28" fmla="*/ 59531 h 482237"/>
              <a:gd name="connsiteX29" fmla="*/ 408881 w 616191"/>
              <a:gd name="connsiteY29" fmla="*/ 88372 h 482237"/>
              <a:gd name="connsiteX30" fmla="*/ 366309 w 616191"/>
              <a:gd name="connsiteY30" fmla="*/ 73569 h 482237"/>
              <a:gd name="connsiteX31" fmla="*/ 360462 w 616191"/>
              <a:gd name="connsiteY31" fmla="*/ 73569 h 482237"/>
              <a:gd name="connsiteX32" fmla="*/ 360462 w 616191"/>
              <a:gd name="connsiteY32" fmla="*/ 26684 h 482237"/>
              <a:gd name="connsiteX33" fmla="*/ 355104 w 616191"/>
              <a:gd name="connsiteY33" fmla="*/ 13751 h 482237"/>
              <a:gd name="connsiteX34" fmla="*/ 346946 w 616191"/>
              <a:gd name="connsiteY34" fmla="*/ 8721 h 482237"/>
              <a:gd name="connsiteX35" fmla="*/ 268990 w 616191"/>
              <a:gd name="connsiteY35" fmla="*/ 8386 h 482237"/>
              <a:gd name="connsiteX36" fmla="*/ 259311 w 616191"/>
              <a:gd name="connsiteY36" fmla="*/ 13744 h 482237"/>
              <a:gd name="connsiteX37" fmla="*/ 253953 w 616191"/>
              <a:gd name="connsiteY37" fmla="*/ 26678 h 482237"/>
              <a:gd name="connsiteX38" fmla="*/ 253953 w 616191"/>
              <a:gd name="connsiteY38" fmla="*/ 73563 h 482237"/>
              <a:gd name="connsiteX39" fmla="*/ 247510 w 616191"/>
              <a:gd name="connsiteY39" fmla="*/ 73563 h 482237"/>
              <a:gd name="connsiteX40" fmla="*/ 207122 w 616191"/>
              <a:gd name="connsiteY40" fmla="*/ 86684 h 482237"/>
              <a:gd name="connsiteX41" fmla="*/ 204282 w 616191"/>
              <a:gd name="connsiteY41" fmla="*/ 59531 h 482237"/>
              <a:gd name="connsiteX42" fmla="*/ 182795 w 616191"/>
              <a:gd name="connsiteY42" fmla="*/ 41627 h 482237"/>
              <a:gd name="connsiteX43" fmla="*/ 136004 w 616191"/>
              <a:gd name="connsiteY43" fmla="*/ 45224 h 482237"/>
              <a:gd name="connsiteX44" fmla="*/ 117546 w 616191"/>
              <a:gd name="connsiteY44" fmla="*/ 66831 h 482237"/>
              <a:gd name="connsiteX45" fmla="*/ 117605 w 616191"/>
              <a:gd name="connsiteY45" fmla="*/ 67447 h 482237"/>
              <a:gd name="connsiteX46" fmla="*/ 119688 w 616191"/>
              <a:gd name="connsiteY46" fmla="*/ 86201 h 482237"/>
              <a:gd name="connsiteX47" fmla="*/ 132909 w 616191"/>
              <a:gd name="connsiteY47" fmla="*/ 85324 h 482237"/>
              <a:gd name="connsiteX48" fmla="*/ 135146 w 616191"/>
              <a:gd name="connsiteY48" fmla="*/ 85244 h 482237"/>
              <a:gd name="connsiteX49" fmla="*/ 168173 w 616191"/>
              <a:gd name="connsiteY49" fmla="*/ 113582 h 482237"/>
              <a:gd name="connsiteX50" fmla="*/ 171288 w 616191"/>
              <a:gd name="connsiteY50" fmla="*/ 133716 h 482237"/>
              <a:gd name="connsiteX51" fmla="*/ 160344 w 616191"/>
              <a:gd name="connsiteY51" fmla="*/ 150461 h 482237"/>
              <a:gd name="connsiteX52" fmla="*/ 154985 w 616191"/>
              <a:gd name="connsiteY52" fmla="*/ 115592 h 482237"/>
              <a:gd name="connsiteX53" fmla="*/ 133827 w 616191"/>
              <a:gd name="connsiteY53" fmla="*/ 98633 h 482237"/>
              <a:gd name="connsiteX54" fmla="*/ 73888 w 616191"/>
              <a:gd name="connsiteY54" fmla="*/ 102651 h 482237"/>
              <a:gd name="connsiteX55" fmla="*/ 55214 w 616191"/>
              <a:gd name="connsiteY55" fmla="*/ 124071 h 482237"/>
              <a:gd name="connsiteX56" fmla="*/ 55422 w 616191"/>
              <a:gd name="connsiteY56" fmla="*/ 125886 h 482237"/>
              <a:gd name="connsiteX57" fmla="*/ 60023 w 616191"/>
              <a:gd name="connsiteY57" fmla="*/ 154131 h 482237"/>
              <a:gd name="connsiteX58" fmla="*/ 91865 w 616191"/>
              <a:gd name="connsiteY58" fmla="*/ 152262 h 482237"/>
              <a:gd name="connsiteX59" fmla="*/ 93874 w 616191"/>
              <a:gd name="connsiteY59" fmla="*/ 152202 h 482237"/>
              <a:gd name="connsiteX60" fmla="*/ 127015 w 616191"/>
              <a:gd name="connsiteY60" fmla="*/ 181358 h 482237"/>
              <a:gd name="connsiteX61" fmla="*/ 129199 w 616191"/>
              <a:gd name="connsiteY61" fmla="*/ 198310 h 482237"/>
              <a:gd name="connsiteX62" fmla="*/ 117879 w 616191"/>
              <a:gd name="connsiteY62" fmla="*/ 215557 h 482237"/>
              <a:gd name="connsiteX63" fmla="*/ 113686 w 616191"/>
              <a:gd name="connsiteY63" fmla="*/ 183059 h 482237"/>
              <a:gd name="connsiteX64" fmla="*/ 92608 w 616191"/>
              <a:gd name="connsiteY64" fmla="*/ 165598 h 482237"/>
              <a:gd name="connsiteX65" fmla="*/ 18898 w 616191"/>
              <a:gd name="connsiteY65" fmla="*/ 169938 h 482237"/>
              <a:gd name="connsiteX66" fmla="*/ 34 w 616191"/>
              <a:gd name="connsiteY66" fmla="*/ 191113 h 482237"/>
              <a:gd name="connsiteX67" fmla="*/ 144 w 616191"/>
              <a:gd name="connsiteY67" fmla="*/ 192356 h 482237"/>
              <a:gd name="connsiteX68" fmla="*/ 16072 w 616191"/>
              <a:gd name="connsiteY68" fmla="*/ 325013 h 482237"/>
              <a:gd name="connsiteX69" fmla="*/ 30620 w 616191"/>
              <a:gd name="connsiteY69" fmla="*/ 341952 h 482237"/>
              <a:gd name="connsiteX70" fmla="*/ 58456 w 616191"/>
              <a:gd name="connsiteY70" fmla="*/ 349688 h 482237"/>
              <a:gd name="connsiteX71" fmla="*/ 58456 w 616191"/>
              <a:gd name="connsiteY71" fmla="*/ 377819 h 482237"/>
              <a:gd name="connsiteX72" fmla="*/ 35067 w 616191"/>
              <a:gd name="connsiteY72" fmla="*/ 377819 h 482237"/>
              <a:gd name="connsiteX73" fmla="*/ 11665 w 616191"/>
              <a:gd name="connsiteY73" fmla="*/ 401215 h 482237"/>
              <a:gd name="connsiteX74" fmla="*/ 11665 w 616191"/>
              <a:gd name="connsiteY74" fmla="*/ 405823 h 482237"/>
              <a:gd name="connsiteX75" fmla="*/ 12851 w 616191"/>
              <a:gd name="connsiteY75" fmla="*/ 424730 h 482237"/>
              <a:gd name="connsiteX76" fmla="*/ 31758 w 616191"/>
              <a:gd name="connsiteY76" fmla="*/ 423544 h 482237"/>
              <a:gd name="connsiteX77" fmla="*/ 31758 w 616191"/>
              <a:gd name="connsiteY77" fmla="*/ 405823 h 482237"/>
              <a:gd name="connsiteX78" fmla="*/ 31758 w 616191"/>
              <a:gd name="connsiteY78" fmla="*/ 401215 h 482237"/>
              <a:gd name="connsiteX79" fmla="*/ 35107 w 616191"/>
              <a:gd name="connsiteY79" fmla="*/ 397866 h 482237"/>
              <a:gd name="connsiteX80" fmla="*/ 58469 w 616191"/>
              <a:gd name="connsiteY80" fmla="*/ 397866 h 482237"/>
              <a:gd name="connsiteX81" fmla="*/ 58469 w 616191"/>
              <a:gd name="connsiteY81" fmla="*/ 405816 h 482237"/>
              <a:gd name="connsiteX82" fmla="*/ 59620 w 616191"/>
              <a:gd name="connsiteY82" fmla="*/ 424726 h 482237"/>
              <a:gd name="connsiteX83" fmla="*/ 78529 w 616191"/>
              <a:gd name="connsiteY83" fmla="*/ 423575 h 482237"/>
              <a:gd name="connsiteX84" fmla="*/ 78529 w 616191"/>
              <a:gd name="connsiteY84" fmla="*/ 405816 h 482237"/>
              <a:gd name="connsiteX85" fmla="*/ 78529 w 616191"/>
              <a:gd name="connsiteY85" fmla="*/ 397866 h 482237"/>
              <a:gd name="connsiteX86" fmla="*/ 101932 w 616191"/>
              <a:gd name="connsiteY86" fmla="*/ 397866 h 482237"/>
              <a:gd name="connsiteX87" fmla="*/ 105281 w 616191"/>
              <a:gd name="connsiteY87" fmla="*/ 401215 h 482237"/>
              <a:gd name="connsiteX88" fmla="*/ 105281 w 616191"/>
              <a:gd name="connsiteY88" fmla="*/ 405823 h 482237"/>
              <a:gd name="connsiteX89" fmla="*/ 106467 w 616191"/>
              <a:gd name="connsiteY89" fmla="*/ 424730 h 482237"/>
              <a:gd name="connsiteX90" fmla="*/ 125374 w 616191"/>
              <a:gd name="connsiteY90" fmla="*/ 423544 h 482237"/>
              <a:gd name="connsiteX91" fmla="*/ 125374 w 616191"/>
              <a:gd name="connsiteY91" fmla="*/ 405823 h 482237"/>
              <a:gd name="connsiteX92" fmla="*/ 125374 w 616191"/>
              <a:gd name="connsiteY92" fmla="*/ 401215 h 482237"/>
              <a:gd name="connsiteX93" fmla="*/ 101972 w 616191"/>
              <a:gd name="connsiteY93" fmla="*/ 377813 h 482237"/>
              <a:gd name="connsiteX94" fmla="*/ 78529 w 616191"/>
              <a:gd name="connsiteY94" fmla="*/ 377813 h 482237"/>
              <a:gd name="connsiteX95" fmla="*/ 78529 w 616191"/>
              <a:gd name="connsiteY95" fmla="*/ 358838 h 482237"/>
              <a:gd name="connsiteX96" fmla="*/ 92039 w 616191"/>
              <a:gd name="connsiteY96" fmla="*/ 364913 h 482237"/>
              <a:gd name="connsiteX97" fmla="*/ 135146 w 616191"/>
              <a:gd name="connsiteY97" fmla="*/ 376433 h 482237"/>
              <a:gd name="connsiteX98" fmla="*/ 200008 w 616191"/>
              <a:gd name="connsiteY98" fmla="*/ 390318 h 482237"/>
              <a:gd name="connsiteX99" fmla="*/ 200008 w 616191"/>
              <a:gd name="connsiteY99" fmla="*/ 452527 h 482237"/>
              <a:gd name="connsiteX100" fmla="*/ 215206 w 616191"/>
              <a:gd name="connsiteY100" fmla="*/ 471951 h 482237"/>
              <a:gd name="connsiteX101" fmla="*/ 225286 w 616191"/>
              <a:gd name="connsiteY101" fmla="*/ 474469 h 482237"/>
              <a:gd name="connsiteX102" fmla="*/ 388386 w 616191"/>
              <a:gd name="connsiteY102" fmla="*/ 473197 h 482237"/>
              <a:gd name="connsiteX103" fmla="*/ 392404 w 616191"/>
              <a:gd name="connsiteY103" fmla="*/ 472125 h 482237"/>
              <a:gd name="connsiteX104" fmla="*/ 407300 w 616191"/>
              <a:gd name="connsiteY104" fmla="*/ 452788 h 482237"/>
              <a:gd name="connsiteX105" fmla="*/ 407300 w 616191"/>
              <a:gd name="connsiteY105" fmla="*/ 391269 h 482237"/>
              <a:gd name="connsiteX106" fmla="*/ 477768 w 616191"/>
              <a:gd name="connsiteY106" fmla="*/ 376634 h 482237"/>
              <a:gd name="connsiteX107" fmla="*/ 521874 w 616191"/>
              <a:gd name="connsiteY107" fmla="*/ 364899 h 482237"/>
              <a:gd name="connsiteX108" fmla="*/ 537687 w 616191"/>
              <a:gd name="connsiteY108" fmla="*/ 357290 h 482237"/>
              <a:gd name="connsiteX109" fmla="*/ 537687 w 616191"/>
              <a:gd name="connsiteY109" fmla="*/ 377813 h 482237"/>
              <a:gd name="connsiteX110" fmla="*/ 514285 w 616191"/>
              <a:gd name="connsiteY110" fmla="*/ 377813 h 482237"/>
              <a:gd name="connsiteX111" fmla="*/ 490883 w 616191"/>
              <a:gd name="connsiteY111" fmla="*/ 401215 h 482237"/>
              <a:gd name="connsiteX112" fmla="*/ 490883 w 616191"/>
              <a:gd name="connsiteY112" fmla="*/ 405823 h 482237"/>
              <a:gd name="connsiteX113" fmla="*/ 492034 w 616191"/>
              <a:gd name="connsiteY113" fmla="*/ 424732 h 482237"/>
              <a:gd name="connsiteX114" fmla="*/ 510943 w 616191"/>
              <a:gd name="connsiteY114" fmla="*/ 423582 h 482237"/>
              <a:gd name="connsiteX115" fmla="*/ 510943 w 616191"/>
              <a:gd name="connsiteY115" fmla="*/ 405823 h 482237"/>
              <a:gd name="connsiteX116" fmla="*/ 510943 w 616191"/>
              <a:gd name="connsiteY116" fmla="*/ 401215 h 482237"/>
              <a:gd name="connsiteX117" fmla="*/ 514292 w 616191"/>
              <a:gd name="connsiteY117" fmla="*/ 397866 h 482237"/>
              <a:gd name="connsiteX118" fmla="*/ 537694 w 616191"/>
              <a:gd name="connsiteY118" fmla="*/ 397866 h 482237"/>
              <a:gd name="connsiteX119" fmla="*/ 537694 w 616191"/>
              <a:gd name="connsiteY119" fmla="*/ 405816 h 482237"/>
              <a:gd name="connsiteX120" fmla="*/ 538845 w 616191"/>
              <a:gd name="connsiteY120" fmla="*/ 424726 h 482237"/>
              <a:gd name="connsiteX121" fmla="*/ 557754 w 616191"/>
              <a:gd name="connsiteY121" fmla="*/ 423575 h 482237"/>
              <a:gd name="connsiteX122" fmla="*/ 557754 w 616191"/>
              <a:gd name="connsiteY122" fmla="*/ 405816 h 482237"/>
              <a:gd name="connsiteX123" fmla="*/ 557754 w 616191"/>
              <a:gd name="connsiteY123" fmla="*/ 397866 h 482237"/>
              <a:gd name="connsiteX124" fmla="*/ 581156 w 616191"/>
              <a:gd name="connsiteY124" fmla="*/ 397866 h 482237"/>
              <a:gd name="connsiteX125" fmla="*/ 584505 w 616191"/>
              <a:gd name="connsiteY125" fmla="*/ 401215 h 482237"/>
              <a:gd name="connsiteX126" fmla="*/ 584505 w 616191"/>
              <a:gd name="connsiteY126" fmla="*/ 405823 h 482237"/>
              <a:gd name="connsiteX127" fmla="*/ 585692 w 616191"/>
              <a:gd name="connsiteY127" fmla="*/ 424730 h 482237"/>
              <a:gd name="connsiteX128" fmla="*/ 604599 w 616191"/>
              <a:gd name="connsiteY128" fmla="*/ 423544 h 482237"/>
              <a:gd name="connsiteX129" fmla="*/ 604599 w 616191"/>
              <a:gd name="connsiteY129" fmla="*/ 405823 h 482237"/>
              <a:gd name="connsiteX130" fmla="*/ 604599 w 616191"/>
              <a:gd name="connsiteY130" fmla="*/ 401215 h 482237"/>
              <a:gd name="connsiteX131" fmla="*/ 581156 w 616191"/>
              <a:gd name="connsiteY131" fmla="*/ 377813 h 482237"/>
              <a:gd name="connsiteX132" fmla="*/ 557748 w 616191"/>
              <a:gd name="connsiteY132" fmla="*/ 377813 h 482237"/>
              <a:gd name="connsiteX133" fmla="*/ 557748 w 616191"/>
              <a:gd name="connsiteY133" fmla="*/ 349682 h 482237"/>
              <a:gd name="connsiteX134" fmla="*/ 470890 w 616191"/>
              <a:gd name="connsiteY134" fmla="*/ 350787 h 482237"/>
              <a:gd name="connsiteX135" fmla="*/ 306839 w 616191"/>
              <a:gd name="connsiteY135" fmla="*/ 372220 h 482237"/>
              <a:gd name="connsiteX136" fmla="*/ 142072 w 616191"/>
              <a:gd name="connsiteY136" fmla="*/ 350579 h 482237"/>
              <a:gd name="connsiteX137" fmla="*/ 98965 w 616191"/>
              <a:gd name="connsiteY137" fmla="*/ 339059 h 482237"/>
              <a:gd name="connsiteX138" fmla="*/ 84945 w 616191"/>
              <a:gd name="connsiteY138" fmla="*/ 317229 h 482237"/>
              <a:gd name="connsiteX139" fmla="*/ 87625 w 616191"/>
              <a:gd name="connsiteY139" fmla="*/ 310928 h 482237"/>
              <a:gd name="connsiteX140" fmla="*/ 213806 w 616191"/>
              <a:gd name="connsiteY140" fmla="*/ 117467 h 482237"/>
              <a:gd name="connsiteX141" fmla="*/ 247523 w 616191"/>
              <a:gd name="connsiteY141" fmla="*/ 100314 h 482237"/>
              <a:gd name="connsiteX142" fmla="*/ 366370 w 616191"/>
              <a:gd name="connsiteY142" fmla="*/ 100314 h 482237"/>
              <a:gd name="connsiteX143" fmla="*/ 400087 w 616191"/>
              <a:gd name="connsiteY143" fmla="*/ 117454 h 482237"/>
              <a:gd name="connsiteX144" fmla="*/ 526355 w 616191"/>
              <a:gd name="connsiteY144" fmla="*/ 310901 h 482237"/>
              <a:gd name="connsiteX145" fmla="*/ 521327 w 616191"/>
              <a:gd name="connsiteY145" fmla="*/ 336344 h 482237"/>
              <a:gd name="connsiteX146" fmla="*/ 515002 w 616191"/>
              <a:gd name="connsiteY146" fmla="*/ 339032 h 482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</a:cxnLst>
            <a:rect l="l" t="t" r="r" b="b"/>
            <a:pathLst>
              <a:path w="616191" h="482237">
                <a:moveTo>
                  <a:pt x="585584" y="341952"/>
                </a:moveTo>
                <a:cubicBezTo>
                  <a:pt x="593416" y="339775"/>
                  <a:pt x="599159" y="333085"/>
                  <a:pt x="600125" y="325013"/>
                </a:cubicBezTo>
                <a:lnTo>
                  <a:pt x="616046" y="192356"/>
                </a:lnTo>
                <a:cubicBezTo>
                  <a:pt x="617370" y="181360"/>
                  <a:pt x="609529" y="171373"/>
                  <a:pt x="598533" y="170049"/>
                </a:cubicBezTo>
                <a:cubicBezTo>
                  <a:pt x="598121" y="169999"/>
                  <a:pt x="597707" y="169962"/>
                  <a:pt x="597292" y="169938"/>
                </a:cubicBezTo>
                <a:lnTo>
                  <a:pt x="523575" y="165598"/>
                </a:lnTo>
                <a:cubicBezTo>
                  <a:pt x="513058" y="164993"/>
                  <a:pt x="503859" y="172613"/>
                  <a:pt x="502497" y="183059"/>
                </a:cubicBezTo>
                <a:lnTo>
                  <a:pt x="497929" y="218477"/>
                </a:lnTo>
                <a:lnTo>
                  <a:pt x="486670" y="201237"/>
                </a:lnTo>
                <a:lnTo>
                  <a:pt x="489235" y="181351"/>
                </a:lnTo>
                <a:cubicBezTo>
                  <a:pt x="491411" y="164677"/>
                  <a:pt x="505614" y="152202"/>
                  <a:pt x="522430" y="152195"/>
                </a:cubicBezTo>
                <a:cubicBezTo>
                  <a:pt x="523099" y="152195"/>
                  <a:pt x="523769" y="152195"/>
                  <a:pt x="524439" y="152256"/>
                </a:cubicBezTo>
                <a:lnTo>
                  <a:pt x="556281" y="154124"/>
                </a:lnTo>
                <a:lnTo>
                  <a:pt x="560882" y="125879"/>
                </a:lnTo>
                <a:cubicBezTo>
                  <a:pt x="562643" y="114922"/>
                  <a:pt x="555188" y="104613"/>
                  <a:pt x="544231" y="102852"/>
                </a:cubicBezTo>
                <a:cubicBezTo>
                  <a:pt x="543630" y="102756"/>
                  <a:pt x="543024" y="102686"/>
                  <a:pt x="542416" y="102645"/>
                </a:cubicBezTo>
                <a:lnTo>
                  <a:pt x="482477" y="98626"/>
                </a:lnTo>
                <a:cubicBezTo>
                  <a:pt x="472098" y="97951"/>
                  <a:pt x="462919" y="105308"/>
                  <a:pt x="461318" y="115585"/>
                </a:cubicBezTo>
                <a:lnTo>
                  <a:pt x="455451" y="153354"/>
                </a:lnTo>
                <a:lnTo>
                  <a:pt x="444507" y="136609"/>
                </a:lnTo>
                <a:lnTo>
                  <a:pt x="448057" y="113582"/>
                </a:lnTo>
                <a:cubicBezTo>
                  <a:pt x="450499" y="97241"/>
                  <a:pt x="464568" y="85172"/>
                  <a:pt x="481091" y="85244"/>
                </a:cubicBezTo>
                <a:cubicBezTo>
                  <a:pt x="481827" y="85244"/>
                  <a:pt x="482578" y="85244"/>
                  <a:pt x="483328" y="85324"/>
                </a:cubicBezTo>
                <a:lnTo>
                  <a:pt x="496549" y="86201"/>
                </a:lnTo>
                <a:lnTo>
                  <a:pt x="498632" y="67447"/>
                </a:lnTo>
                <a:cubicBezTo>
                  <a:pt x="499843" y="56416"/>
                  <a:pt x="491881" y="46493"/>
                  <a:pt x="480850" y="45282"/>
                </a:cubicBezTo>
                <a:cubicBezTo>
                  <a:pt x="480645" y="45259"/>
                  <a:pt x="480440" y="45240"/>
                  <a:pt x="480233" y="45224"/>
                </a:cubicBezTo>
                <a:lnTo>
                  <a:pt x="433442" y="41627"/>
                </a:lnTo>
                <a:cubicBezTo>
                  <a:pt x="422605" y="40791"/>
                  <a:pt x="413068" y="48723"/>
                  <a:pt x="411915" y="59531"/>
                </a:cubicBezTo>
                <a:lnTo>
                  <a:pt x="408881" y="88372"/>
                </a:lnTo>
                <a:cubicBezTo>
                  <a:pt x="396773" y="78763"/>
                  <a:pt x="381766" y="73546"/>
                  <a:pt x="366309" y="73569"/>
                </a:cubicBezTo>
                <a:lnTo>
                  <a:pt x="360462" y="73569"/>
                </a:lnTo>
                <a:lnTo>
                  <a:pt x="360462" y="26684"/>
                </a:lnTo>
                <a:cubicBezTo>
                  <a:pt x="360457" y="21834"/>
                  <a:pt x="358530" y="17184"/>
                  <a:pt x="355104" y="13751"/>
                </a:cubicBezTo>
                <a:cubicBezTo>
                  <a:pt x="352643" y="11686"/>
                  <a:pt x="349895" y="9992"/>
                  <a:pt x="346946" y="8721"/>
                </a:cubicBezTo>
                <a:cubicBezTo>
                  <a:pt x="322260" y="-2789"/>
                  <a:pt x="293773" y="-2911"/>
                  <a:pt x="268990" y="8386"/>
                </a:cubicBezTo>
                <a:cubicBezTo>
                  <a:pt x="265550" y="9757"/>
                  <a:pt x="262298" y="11557"/>
                  <a:pt x="259311" y="13744"/>
                </a:cubicBezTo>
                <a:cubicBezTo>
                  <a:pt x="255885" y="17177"/>
                  <a:pt x="253958" y="21828"/>
                  <a:pt x="253953" y="26678"/>
                </a:cubicBezTo>
                <a:lnTo>
                  <a:pt x="253953" y="73563"/>
                </a:lnTo>
                <a:lnTo>
                  <a:pt x="247510" y="73563"/>
                </a:lnTo>
                <a:cubicBezTo>
                  <a:pt x="232997" y="73546"/>
                  <a:pt x="218853" y="78141"/>
                  <a:pt x="207122" y="86684"/>
                </a:cubicBezTo>
                <a:lnTo>
                  <a:pt x="204282" y="59531"/>
                </a:lnTo>
                <a:cubicBezTo>
                  <a:pt x="203130" y="48740"/>
                  <a:pt x="193617" y="40813"/>
                  <a:pt x="182795" y="41627"/>
                </a:cubicBezTo>
                <a:lnTo>
                  <a:pt x="136004" y="45224"/>
                </a:lnTo>
                <a:cubicBezTo>
                  <a:pt x="124940" y="46093"/>
                  <a:pt x="116677" y="55767"/>
                  <a:pt x="117546" y="66831"/>
                </a:cubicBezTo>
                <a:cubicBezTo>
                  <a:pt x="117563" y="67036"/>
                  <a:pt x="117582" y="67242"/>
                  <a:pt x="117605" y="67447"/>
                </a:cubicBezTo>
                <a:lnTo>
                  <a:pt x="119688" y="86201"/>
                </a:lnTo>
                <a:lnTo>
                  <a:pt x="132909" y="85324"/>
                </a:lnTo>
                <a:cubicBezTo>
                  <a:pt x="133659" y="85270"/>
                  <a:pt x="134410" y="85244"/>
                  <a:pt x="135146" y="85244"/>
                </a:cubicBezTo>
                <a:cubicBezTo>
                  <a:pt x="151668" y="85169"/>
                  <a:pt x="165737" y="97241"/>
                  <a:pt x="168173" y="113582"/>
                </a:cubicBezTo>
                <a:lnTo>
                  <a:pt x="171288" y="133716"/>
                </a:lnTo>
                <a:lnTo>
                  <a:pt x="160344" y="150461"/>
                </a:lnTo>
                <a:lnTo>
                  <a:pt x="154985" y="115592"/>
                </a:lnTo>
                <a:cubicBezTo>
                  <a:pt x="153385" y="105314"/>
                  <a:pt x="144206" y="97957"/>
                  <a:pt x="133827" y="98633"/>
                </a:cubicBezTo>
                <a:lnTo>
                  <a:pt x="73888" y="102651"/>
                </a:lnTo>
                <a:cubicBezTo>
                  <a:pt x="62816" y="103410"/>
                  <a:pt x="54456" y="113000"/>
                  <a:pt x="55214" y="124071"/>
                </a:cubicBezTo>
                <a:cubicBezTo>
                  <a:pt x="55256" y="124679"/>
                  <a:pt x="55325" y="125285"/>
                  <a:pt x="55422" y="125886"/>
                </a:cubicBezTo>
                <a:lnTo>
                  <a:pt x="60023" y="154131"/>
                </a:lnTo>
                <a:lnTo>
                  <a:pt x="91865" y="152262"/>
                </a:lnTo>
                <a:cubicBezTo>
                  <a:pt x="92535" y="152222"/>
                  <a:pt x="93204" y="152202"/>
                  <a:pt x="93874" y="152202"/>
                </a:cubicBezTo>
                <a:cubicBezTo>
                  <a:pt x="110669" y="152236"/>
                  <a:pt x="124842" y="164704"/>
                  <a:pt x="127015" y="181358"/>
                </a:cubicBezTo>
                <a:lnTo>
                  <a:pt x="129199" y="198310"/>
                </a:lnTo>
                <a:lnTo>
                  <a:pt x="117879" y="215557"/>
                </a:lnTo>
                <a:lnTo>
                  <a:pt x="113686" y="183059"/>
                </a:lnTo>
                <a:cubicBezTo>
                  <a:pt x="112324" y="172613"/>
                  <a:pt x="103125" y="164993"/>
                  <a:pt x="92608" y="165598"/>
                </a:cubicBezTo>
                <a:lnTo>
                  <a:pt x="18898" y="169938"/>
                </a:lnTo>
                <a:cubicBezTo>
                  <a:pt x="7842" y="170576"/>
                  <a:pt x="-604" y="180057"/>
                  <a:pt x="34" y="191113"/>
                </a:cubicBezTo>
                <a:cubicBezTo>
                  <a:pt x="58" y="191529"/>
                  <a:pt x="95" y="191943"/>
                  <a:pt x="144" y="192356"/>
                </a:cubicBezTo>
                <a:lnTo>
                  <a:pt x="16072" y="325013"/>
                </a:lnTo>
                <a:cubicBezTo>
                  <a:pt x="17039" y="333087"/>
                  <a:pt x="22785" y="339777"/>
                  <a:pt x="30620" y="341952"/>
                </a:cubicBezTo>
                <a:lnTo>
                  <a:pt x="58456" y="349688"/>
                </a:lnTo>
                <a:lnTo>
                  <a:pt x="58456" y="377819"/>
                </a:lnTo>
                <a:lnTo>
                  <a:pt x="35067" y="377819"/>
                </a:lnTo>
                <a:cubicBezTo>
                  <a:pt x="22154" y="377841"/>
                  <a:pt x="11691" y="388302"/>
                  <a:pt x="11665" y="401215"/>
                </a:cubicBezTo>
                <a:lnTo>
                  <a:pt x="11665" y="405823"/>
                </a:lnTo>
                <a:cubicBezTo>
                  <a:pt x="6771" y="411372"/>
                  <a:pt x="7302" y="419837"/>
                  <a:pt x="12851" y="424730"/>
                </a:cubicBezTo>
                <a:cubicBezTo>
                  <a:pt x="18400" y="429624"/>
                  <a:pt x="26865" y="429093"/>
                  <a:pt x="31758" y="423544"/>
                </a:cubicBezTo>
                <a:cubicBezTo>
                  <a:pt x="36224" y="418481"/>
                  <a:pt x="36224" y="410886"/>
                  <a:pt x="31758" y="405823"/>
                </a:cubicBezTo>
                <a:lnTo>
                  <a:pt x="31758" y="401215"/>
                </a:lnTo>
                <a:cubicBezTo>
                  <a:pt x="31758" y="399366"/>
                  <a:pt x="33258" y="397866"/>
                  <a:pt x="35107" y="397866"/>
                </a:cubicBezTo>
                <a:lnTo>
                  <a:pt x="58469" y="397866"/>
                </a:lnTo>
                <a:lnTo>
                  <a:pt x="58469" y="405816"/>
                </a:lnTo>
                <a:cubicBezTo>
                  <a:pt x="53565" y="411355"/>
                  <a:pt x="54080" y="419822"/>
                  <a:pt x="59620" y="424726"/>
                </a:cubicBezTo>
                <a:cubicBezTo>
                  <a:pt x="65159" y="429630"/>
                  <a:pt x="73625" y="429115"/>
                  <a:pt x="78529" y="423575"/>
                </a:cubicBezTo>
                <a:cubicBezTo>
                  <a:pt x="83017" y="418506"/>
                  <a:pt x="83017" y="410885"/>
                  <a:pt x="78529" y="405816"/>
                </a:cubicBezTo>
                <a:lnTo>
                  <a:pt x="78529" y="397866"/>
                </a:lnTo>
                <a:lnTo>
                  <a:pt x="101932" y="397866"/>
                </a:lnTo>
                <a:cubicBezTo>
                  <a:pt x="103781" y="397866"/>
                  <a:pt x="105281" y="399366"/>
                  <a:pt x="105281" y="401215"/>
                </a:cubicBezTo>
                <a:lnTo>
                  <a:pt x="105281" y="405823"/>
                </a:lnTo>
                <a:cubicBezTo>
                  <a:pt x="100387" y="411372"/>
                  <a:pt x="100918" y="419837"/>
                  <a:pt x="106467" y="424730"/>
                </a:cubicBezTo>
                <a:cubicBezTo>
                  <a:pt x="112016" y="429624"/>
                  <a:pt x="120481" y="429093"/>
                  <a:pt x="125374" y="423544"/>
                </a:cubicBezTo>
                <a:cubicBezTo>
                  <a:pt x="129840" y="418481"/>
                  <a:pt x="129840" y="410886"/>
                  <a:pt x="125374" y="405823"/>
                </a:cubicBezTo>
                <a:lnTo>
                  <a:pt x="125374" y="401215"/>
                </a:lnTo>
                <a:cubicBezTo>
                  <a:pt x="125352" y="388299"/>
                  <a:pt x="114887" y="377835"/>
                  <a:pt x="101972" y="377813"/>
                </a:cubicBezTo>
                <a:lnTo>
                  <a:pt x="78529" y="377813"/>
                </a:lnTo>
                <a:lnTo>
                  <a:pt x="78529" y="358838"/>
                </a:lnTo>
                <a:cubicBezTo>
                  <a:pt x="82686" y="361558"/>
                  <a:pt x="87245" y="363608"/>
                  <a:pt x="92039" y="364913"/>
                </a:cubicBezTo>
                <a:lnTo>
                  <a:pt x="135146" y="376433"/>
                </a:lnTo>
                <a:cubicBezTo>
                  <a:pt x="156539" y="382144"/>
                  <a:pt x="178160" y="386772"/>
                  <a:pt x="200008" y="390318"/>
                </a:cubicBezTo>
                <a:lnTo>
                  <a:pt x="200008" y="452527"/>
                </a:lnTo>
                <a:cubicBezTo>
                  <a:pt x="200038" y="461715"/>
                  <a:pt x="206295" y="469713"/>
                  <a:pt x="215206" y="471951"/>
                </a:cubicBezTo>
                <a:lnTo>
                  <a:pt x="225286" y="474469"/>
                </a:lnTo>
                <a:cubicBezTo>
                  <a:pt x="279164" y="485239"/>
                  <a:pt x="334682" y="484805"/>
                  <a:pt x="388386" y="473197"/>
                </a:cubicBezTo>
                <a:lnTo>
                  <a:pt x="392404" y="472125"/>
                </a:lnTo>
                <a:cubicBezTo>
                  <a:pt x="401164" y="469780"/>
                  <a:pt x="407267" y="461857"/>
                  <a:pt x="407300" y="452788"/>
                </a:cubicBezTo>
                <a:lnTo>
                  <a:pt x="407300" y="391269"/>
                </a:lnTo>
                <a:cubicBezTo>
                  <a:pt x="431036" y="387662"/>
                  <a:pt x="454560" y="382777"/>
                  <a:pt x="477768" y="376634"/>
                </a:cubicBezTo>
                <a:lnTo>
                  <a:pt x="521874" y="364899"/>
                </a:lnTo>
                <a:cubicBezTo>
                  <a:pt x="527575" y="363376"/>
                  <a:pt x="532939" y="360795"/>
                  <a:pt x="537687" y="357290"/>
                </a:cubicBezTo>
                <a:lnTo>
                  <a:pt x="537687" y="377813"/>
                </a:lnTo>
                <a:lnTo>
                  <a:pt x="514285" y="377813"/>
                </a:lnTo>
                <a:cubicBezTo>
                  <a:pt x="501370" y="377835"/>
                  <a:pt x="490905" y="388299"/>
                  <a:pt x="490883" y="401215"/>
                </a:cubicBezTo>
                <a:lnTo>
                  <a:pt x="490883" y="405823"/>
                </a:lnTo>
                <a:cubicBezTo>
                  <a:pt x="485979" y="411362"/>
                  <a:pt x="486494" y="419828"/>
                  <a:pt x="492034" y="424732"/>
                </a:cubicBezTo>
                <a:cubicBezTo>
                  <a:pt x="497573" y="429637"/>
                  <a:pt x="506039" y="429121"/>
                  <a:pt x="510943" y="423582"/>
                </a:cubicBezTo>
                <a:cubicBezTo>
                  <a:pt x="515430" y="418513"/>
                  <a:pt x="515430" y="410892"/>
                  <a:pt x="510943" y="405823"/>
                </a:cubicBezTo>
                <a:lnTo>
                  <a:pt x="510943" y="401215"/>
                </a:lnTo>
                <a:cubicBezTo>
                  <a:pt x="510943" y="399366"/>
                  <a:pt x="512443" y="397866"/>
                  <a:pt x="514292" y="397866"/>
                </a:cubicBezTo>
                <a:lnTo>
                  <a:pt x="537694" y="397866"/>
                </a:lnTo>
                <a:lnTo>
                  <a:pt x="537694" y="405816"/>
                </a:lnTo>
                <a:cubicBezTo>
                  <a:pt x="532790" y="411355"/>
                  <a:pt x="533305" y="419822"/>
                  <a:pt x="538845" y="424726"/>
                </a:cubicBezTo>
                <a:cubicBezTo>
                  <a:pt x="544384" y="429630"/>
                  <a:pt x="552850" y="429115"/>
                  <a:pt x="557754" y="423575"/>
                </a:cubicBezTo>
                <a:cubicBezTo>
                  <a:pt x="562242" y="418506"/>
                  <a:pt x="562242" y="410885"/>
                  <a:pt x="557754" y="405816"/>
                </a:cubicBezTo>
                <a:lnTo>
                  <a:pt x="557754" y="397866"/>
                </a:lnTo>
                <a:lnTo>
                  <a:pt x="581156" y="397866"/>
                </a:lnTo>
                <a:cubicBezTo>
                  <a:pt x="583006" y="397866"/>
                  <a:pt x="584505" y="399366"/>
                  <a:pt x="584505" y="401215"/>
                </a:cubicBezTo>
                <a:lnTo>
                  <a:pt x="584505" y="405823"/>
                </a:lnTo>
                <a:cubicBezTo>
                  <a:pt x="579612" y="411372"/>
                  <a:pt x="580143" y="419837"/>
                  <a:pt x="585692" y="424730"/>
                </a:cubicBezTo>
                <a:cubicBezTo>
                  <a:pt x="591241" y="429624"/>
                  <a:pt x="599706" y="429093"/>
                  <a:pt x="604599" y="423544"/>
                </a:cubicBezTo>
                <a:cubicBezTo>
                  <a:pt x="609064" y="418481"/>
                  <a:pt x="609064" y="410886"/>
                  <a:pt x="604599" y="405823"/>
                </a:cubicBezTo>
                <a:lnTo>
                  <a:pt x="604599" y="401215"/>
                </a:lnTo>
                <a:cubicBezTo>
                  <a:pt x="604577" y="388283"/>
                  <a:pt x="594088" y="377813"/>
                  <a:pt x="581156" y="377813"/>
                </a:cubicBezTo>
                <a:lnTo>
                  <a:pt x="557748" y="377813"/>
                </a:lnTo>
                <a:lnTo>
                  <a:pt x="557748" y="349682"/>
                </a:lnTo>
                <a:close/>
                <a:moveTo>
                  <a:pt x="470890" y="350787"/>
                </a:moveTo>
                <a:cubicBezTo>
                  <a:pt x="417368" y="365020"/>
                  <a:pt x="362221" y="372225"/>
                  <a:pt x="306839" y="372220"/>
                </a:cubicBezTo>
                <a:cubicBezTo>
                  <a:pt x="251209" y="372215"/>
                  <a:pt x="195817" y="364940"/>
                  <a:pt x="142072" y="350579"/>
                </a:cubicBezTo>
                <a:lnTo>
                  <a:pt x="98965" y="339059"/>
                </a:lnTo>
                <a:cubicBezTo>
                  <a:pt x="89065" y="336902"/>
                  <a:pt x="82788" y="327129"/>
                  <a:pt x="84945" y="317229"/>
                </a:cubicBezTo>
                <a:cubicBezTo>
                  <a:pt x="85435" y="314979"/>
                  <a:pt x="86344" y="312841"/>
                  <a:pt x="87625" y="310928"/>
                </a:cubicBezTo>
                <a:lnTo>
                  <a:pt x="213806" y="117467"/>
                </a:lnTo>
                <a:cubicBezTo>
                  <a:pt x="221567" y="106584"/>
                  <a:pt x="234156" y="100178"/>
                  <a:pt x="247523" y="100314"/>
                </a:cubicBezTo>
                <a:lnTo>
                  <a:pt x="366370" y="100314"/>
                </a:lnTo>
                <a:cubicBezTo>
                  <a:pt x="379733" y="100179"/>
                  <a:pt x="392321" y="106578"/>
                  <a:pt x="400087" y="117454"/>
                </a:cubicBezTo>
                <a:lnTo>
                  <a:pt x="526355" y="310901"/>
                </a:lnTo>
                <a:cubicBezTo>
                  <a:pt x="531992" y="319315"/>
                  <a:pt x="529742" y="330707"/>
                  <a:pt x="521327" y="336344"/>
                </a:cubicBezTo>
                <a:cubicBezTo>
                  <a:pt x="519407" y="337631"/>
                  <a:pt x="517261" y="338542"/>
                  <a:pt x="515002" y="339032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64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6" name="Graphic 56" descr="Brain in head with solid fill">
            <a:extLst>
              <a:ext uri="{FF2B5EF4-FFF2-40B4-BE49-F238E27FC236}">
                <a16:creationId xmlns:a16="http://schemas.microsoft.com/office/drawing/2014/main" id="{4E4378DC-C98B-7286-968D-88814B61B7DD}"/>
              </a:ext>
            </a:extLst>
          </p:cNvPr>
          <p:cNvSpPr/>
          <p:nvPr/>
        </p:nvSpPr>
        <p:spPr>
          <a:xfrm>
            <a:off x="3034673" y="4583770"/>
            <a:ext cx="285966" cy="336282"/>
          </a:xfrm>
          <a:custGeom>
            <a:avLst/>
            <a:gdLst>
              <a:gd name="connsiteX0" fmla="*/ 306226 w 455655"/>
              <a:gd name="connsiteY0" fmla="*/ 219690 h 535828"/>
              <a:gd name="connsiteX1" fmla="*/ 246616 w 455655"/>
              <a:gd name="connsiteY1" fmla="*/ 219690 h 535828"/>
              <a:gd name="connsiteX2" fmla="*/ 200400 w 455655"/>
              <a:gd name="connsiteY2" fmla="*/ 265235 h 535828"/>
              <a:gd name="connsiteX3" fmla="*/ 200400 w 455655"/>
              <a:gd name="connsiteY3" fmla="*/ 314799 h 535828"/>
              <a:gd name="connsiteX4" fmla="*/ 170260 w 455655"/>
              <a:gd name="connsiteY4" fmla="*/ 314799 h 535828"/>
              <a:gd name="connsiteX5" fmla="*/ 170260 w 455655"/>
              <a:gd name="connsiteY5" fmla="*/ 275282 h 535828"/>
              <a:gd name="connsiteX6" fmla="*/ 160883 w 455655"/>
              <a:gd name="connsiteY6" fmla="*/ 231746 h 535828"/>
              <a:gd name="connsiteX7" fmla="*/ 140789 w 455655"/>
              <a:gd name="connsiteY7" fmla="*/ 214331 h 535828"/>
              <a:gd name="connsiteX8" fmla="*/ 126054 w 455655"/>
              <a:gd name="connsiteY8" fmla="*/ 201605 h 535828"/>
              <a:gd name="connsiteX9" fmla="*/ 121366 w 455655"/>
              <a:gd name="connsiteY9" fmla="*/ 192228 h 535828"/>
              <a:gd name="connsiteX10" fmla="*/ 146148 w 455655"/>
              <a:gd name="connsiteY10" fmla="*/ 188880 h 535828"/>
              <a:gd name="connsiteX11" fmla="*/ 153515 w 455655"/>
              <a:gd name="connsiteY11" fmla="*/ 182182 h 535828"/>
              <a:gd name="connsiteX12" fmla="*/ 148157 w 455655"/>
              <a:gd name="connsiteY12" fmla="*/ 173474 h 535828"/>
              <a:gd name="connsiteX13" fmla="*/ 117347 w 455655"/>
              <a:gd name="connsiteY13" fmla="*/ 176823 h 535828"/>
              <a:gd name="connsiteX14" fmla="*/ 116677 w 455655"/>
              <a:gd name="connsiteY14" fmla="*/ 173474 h 535828"/>
              <a:gd name="connsiteX15" fmla="*/ 118687 w 455655"/>
              <a:gd name="connsiteY15" fmla="*/ 155390 h 535828"/>
              <a:gd name="connsiteX16" fmla="*/ 150166 w 455655"/>
              <a:gd name="connsiteY16" fmla="*/ 130608 h 535828"/>
              <a:gd name="connsiteX17" fmla="*/ 158204 w 455655"/>
              <a:gd name="connsiteY17" fmla="*/ 128599 h 535828"/>
              <a:gd name="connsiteX18" fmla="*/ 160213 w 455655"/>
              <a:gd name="connsiteY18" fmla="*/ 127929 h 535828"/>
              <a:gd name="connsiteX19" fmla="*/ 160883 w 455655"/>
              <a:gd name="connsiteY19" fmla="*/ 127929 h 535828"/>
              <a:gd name="connsiteX20" fmla="*/ 169590 w 455655"/>
              <a:gd name="connsiteY20" fmla="*/ 129938 h 535828"/>
              <a:gd name="connsiteX21" fmla="*/ 172939 w 455655"/>
              <a:gd name="connsiteY21" fmla="*/ 130608 h 535828"/>
              <a:gd name="connsiteX22" fmla="*/ 176958 w 455655"/>
              <a:gd name="connsiteY22" fmla="*/ 131278 h 535828"/>
              <a:gd name="connsiteX23" fmla="*/ 186335 w 455655"/>
              <a:gd name="connsiteY23" fmla="*/ 159409 h 535828"/>
              <a:gd name="connsiteX24" fmla="*/ 172939 w 455655"/>
              <a:gd name="connsiteY24" fmla="*/ 185531 h 535828"/>
              <a:gd name="connsiteX25" fmla="*/ 172269 w 455655"/>
              <a:gd name="connsiteY25" fmla="*/ 196247 h 535828"/>
              <a:gd name="connsiteX26" fmla="*/ 182316 w 455655"/>
              <a:gd name="connsiteY26" fmla="*/ 196917 h 535828"/>
              <a:gd name="connsiteX27" fmla="*/ 193702 w 455655"/>
              <a:gd name="connsiteY27" fmla="*/ 182851 h 535828"/>
              <a:gd name="connsiteX28" fmla="*/ 194372 w 455655"/>
              <a:gd name="connsiteY28" fmla="*/ 182851 h 535828"/>
              <a:gd name="connsiteX29" fmla="*/ 227192 w 455655"/>
              <a:gd name="connsiteY29" fmla="*/ 172805 h 535828"/>
              <a:gd name="connsiteX30" fmla="*/ 230541 w 455655"/>
              <a:gd name="connsiteY30" fmla="*/ 168116 h 535828"/>
              <a:gd name="connsiteX31" fmla="*/ 229201 w 455655"/>
              <a:gd name="connsiteY31" fmla="*/ 162758 h 535828"/>
              <a:gd name="connsiteX32" fmla="*/ 219154 w 455655"/>
              <a:gd name="connsiteY32" fmla="*/ 160749 h 535828"/>
              <a:gd name="connsiteX33" fmla="*/ 199731 w 455655"/>
              <a:gd name="connsiteY33" fmla="*/ 167446 h 535828"/>
              <a:gd name="connsiteX34" fmla="*/ 201070 w 455655"/>
              <a:gd name="connsiteY34" fmla="*/ 160749 h 535828"/>
              <a:gd name="connsiteX35" fmla="*/ 197051 w 455655"/>
              <a:gd name="connsiteY35" fmla="*/ 135966 h 535828"/>
              <a:gd name="connsiteX36" fmla="*/ 213126 w 455655"/>
              <a:gd name="connsiteY36" fmla="*/ 137306 h 535828"/>
              <a:gd name="connsiteX37" fmla="*/ 227192 w 455655"/>
              <a:gd name="connsiteY37" fmla="*/ 135966 h 535828"/>
              <a:gd name="connsiteX38" fmla="*/ 260681 w 455655"/>
              <a:gd name="connsiteY38" fmla="*/ 157400 h 535828"/>
              <a:gd name="connsiteX39" fmla="*/ 294170 w 455655"/>
              <a:gd name="connsiteY39" fmla="*/ 196247 h 535828"/>
              <a:gd name="connsiteX40" fmla="*/ 297519 w 455655"/>
              <a:gd name="connsiteY40" fmla="*/ 203615 h 535828"/>
              <a:gd name="connsiteX41" fmla="*/ 305557 w 455655"/>
              <a:gd name="connsiteY41" fmla="*/ 203615 h 535828"/>
              <a:gd name="connsiteX42" fmla="*/ 308906 w 455655"/>
              <a:gd name="connsiteY42" fmla="*/ 196247 h 535828"/>
              <a:gd name="connsiteX43" fmla="*/ 290821 w 455655"/>
              <a:gd name="connsiteY43" fmla="*/ 159409 h 535828"/>
              <a:gd name="connsiteX44" fmla="*/ 314264 w 455655"/>
              <a:gd name="connsiteY44" fmla="*/ 147353 h 535828"/>
              <a:gd name="connsiteX45" fmla="*/ 313594 w 455655"/>
              <a:gd name="connsiteY45" fmla="*/ 136636 h 535828"/>
              <a:gd name="connsiteX46" fmla="*/ 302878 w 455655"/>
              <a:gd name="connsiteY46" fmla="*/ 137306 h 535828"/>
              <a:gd name="connsiteX47" fmla="*/ 278095 w 455655"/>
              <a:gd name="connsiteY47" fmla="*/ 144004 h 535828"/>
              <a:gd name="connsiteX48" fmla="*/ 243267 w 455655"/>
              <a:gd name="connsiteY48" fmla="*/ 131278 h 535828"/>
              <a:gd name="connsiteX49" fmla="*/ 269388 w 455655"/>
              <a:gd name="connsiteY49" fmla="*/ 108505 h 535828"/>
              <a:gd name="connsiteX50" fmla="*/ 266709 w 455655"/>
              <a:gd name="connsiteY50" fmla="*/ 97789 h 535828"/>
              <a:gd name="connsiteX51" fmla="*/ 256662 w 455655"/>
              <a:gd name="connsiteY51" fmla="*/ 100468 h 535828"/>
              <a:gd name="connsiteX52" fmla="*/ 182986 w 455655"/>
              <a:gd name="connsiteY52" fmla="*/ 117882 h 535828"/>
              <a:gd name="connsiteX53" fmla="*/ 194372 w 455655"/>
              <a:gd name="connsiteY53" fmla="*/ 87742 h 535828"/>
              <a:gd name="connsiteX54" fmla="*/ 190354 w 455655"/>
              <a:gd name="connsiteY54" fmla="*/ 81044 h 535828"/>
              <a:gd name="connsiteX55" fmla="*/ 182316 w 455655"/>
              <a:gd name="connsiteY55" fmla="*/ 81714 h 535828"/>
              <a:gd name="connsiteX56" fmla="*/ 178967 w 455655"/>
              <a:gd name="connsiteY56" fmla="*/ 89081 h 535828"/>
              <a:gd name="connsiteX57" fmla="*/ 154855 w 455655"/>
              <a:gd name="connsiteY57" fmla="*/ 114533 h 535828"/>
              <a:gd name="connsiteX58" fmla="*/ 148157 w 455655"/>
              <a:gd name="connsiteY58" fmla="*/ 116543 h 535828"/>
              <a:gd name="connsiteX59" fmla="*/ 125384 w 455655"/>
              <a:gd name="connsiteY59" fmla="*/ 97119 h 535828"/>
              <a:gd name="connsiteX60" fmla="*/ 118017 w 455655"/>
              <a:gd name="connsiteY60" fmla="*/ 99128 h 535828"/>
              <a:gd name="connsiteX61" fmla="*/ 116007 w 455655"/>
              <a:gd name="connsiteY61" fmla="*/ 107166 h 535828"/>
              <a:gd name="connsiteX62" fmla="*/ 122035 w 455655"/>
              <a:gd name="connsiteY62" fmla="*/ 112524 h 535828"/>
              <a:gd name="connsiteX63" fmla="*/ 134092 w 455655"/>
              <a:gd name="connsiteY63" fmla="*/ 122571 h 535828"/>
              <a:gd name="connsiteX64" fmla="*/ 134092 w 455655"/>
              <a:gd name="connsiteY64" fmla="*/ 123241 h 535828"/>
              <a:gd name="connsiteX65" fmla="*/ 106630 w 455655"/>
              <a:gd name="connsiteY65" fmla="*/ 151372 h 535828"/>
              <a:gd name="connsiteX66" fmla="*/ 104621 w 455655"/>
              <a:gd name="connsiteY66" fmla="*/ 160749 h 535828"/>
              <a:gd name="connsiteX67" fmla="*/ 101272 w 455655"/>
              <a:gd name="connsiteY67" fmla="*/ 156060 h 535828"/>
              <a:gd name="connsiteX68" fmla="*/ 95914 w 455655"/>
              <a:gd name="connsiteY68" fmla="*/ 137976 h 535828"/>
              <a:gd name="connsiteX69" fmla="*/ 91225 w 455655"/>
              <a:gd name="connsiteY69" fmla="*/ 131948 h 535828"/>
              <a:gd name="connsiteX70" fmla="*/ 83858 w 455655"/>
              <a:gd name="connsiteY70" fmla="*/ 133287 h 535828"/>
              <a:gd name="connsiteX71" fmla="*/ 81848 w 455655"/>
              <a:gd name="connsiteY71" fmla="*/ 140655 h 535828"/>
              <a:gd name="connsiteX72" fmla="*/ 89216 w 455655"/>
              <a:gd name="connsiteY72" fmla="*/ 162758 h 535828"/>
              <a:gd name="connsiteX73" fmla="*/ 105961 w 455655"/>
              <a:gd name="connsiteY73" fmla="*/ 178163 h 535828"/>
              <a:gd name="connsiteX74" fmla="*/ 114668 w 455655"/>
              <a:gd name="connsiteY74" fmla="*/ 205624 h 535828"/>
              <a:gd name="connsiteX75" fmla="*/ 97253 w 455655"/>
              <a:gd name="connsiteY75" fmla="*/ 220359 h 535828"/>
              <a:gd name="connsiteX76" fmla="*/ 93235 w 455655"/>
              <a:gd name="connsiteY76" fmla="*/ 227057 h 535828"/>
              <a:gd name="connsiteX77" fmla="*/ 97253 w 455655"/>
              <a:gd name="connsiteY77" fmla="*/ 233755 h 535828"/>
              <a:gd name="connsiteX78" fmla="*/ 104621 w 455655"/>
              <a:gd name="connsiteY78" fmla="*/ 233085 h 535828"/>
              <a:gd name="connsiteX79" fmla="*/ 122705 w 455655"/>
              <a:gd name="connsiteY79" fmla="*/ 217680 h 535828"/>
              <a:gd name="connsiteX80" fmla="*/ 134761 w 455655"/>
              <a:gd name="connsiteY80" fmla="*/ 226387 h 535828"/>
              <a:gd name="connsiteX81" fmla="*/ 152176 w 455655"/>
              <a:gd name="connsiteY81" fmla="*/ 241123 h 535828"/>
              <a:gd name="connsiteX82" fmla="*/ 158204 w 455655"/>
              <a:gd name="connsiteY82" fmla="*/ 274612 h 535828"/>
              <a:gd name="connsiteX83" fmla="*/ 158204 w 455655"/>
              <a:gd name="connsiteY83" fmla="*/ 314799 h 535828"/>
              <a:gd name="connsiteX84" fmla="*/ 127394 w 455655"/>
              <a:gd name="connsiteY84" fmla="*/ 314799 h 535828"/>
              <a:gd name="connsiteX85" fmla="*/ 100602 w 455655"/>
              <a:gd name="connsiteY85" fmla="*/ 261216 h 535828"/>
              <a:gd name="connsiteX86" fmla="*/ 58406 w 455655"/>
              <a:gd name="connsiteY86" fmla="*/ 216341 h 535828"/>
              <a:gd name="connsiteX87" fmla="*/ 57736 w 455655"/>
              <a:gd name="connsiteY87" fmla="*/ 211652 h 535828"/>
              <a:gd name="connsiteX88" fmla="*/ 59745 w 455655"/>
              <a:gd name="connsiteY88" fmla="*/ 158069 h 535828"/>
              <a:gd name="connsiteX89" fmla="*/ 57736 w 455655"/>
              <a:gd name="connsiteY89" fmla="*/ 144004 h 535828"/>
              <a:gd name="connsiteX90" fmla="*/ 94574 w 455655"/>
              <a:gd name="connsiteY90" fmla="*/ 99798 h 535828"/>
              <a:gd name="connsiteX91" fmla="*/ 138110 w 455655"/>
              <a:gd name="connsiteY91" fmla="*/ 68988 h 535828"/>
              <a:gd name="connsiteX92" fmla="*/ 148827 w 455655"/>
              <a:gd name="connsiteY92" fmla="*/ 70327 h 535828"/>
              <a:gd name="connsiteX93" fmla="*/ 180977 w 455655"/>
              <a:gd name="connsiteY93" fmla="*/ 54253 h 535828"/>
              <a:gd name="connsiteX94" fmla="*/ 215136 w 455655"/>
              <a:gd name="connsiteY94" fmla="*/ 66309 h 535828"/>
              <a:gd name="connsiteX95" fmla="*/ 255323 w 455655"/>
              <a:gd name="connsiteY95" fmla="*/ 60281 h 535828"/>
              <a:gd name="connsiteX96" fmla="*/ 284793 w 455655"/>
              <a:gd name="connsiteY96" fmla="*/ 88412 h 535828"/>
              <a:gd name="connsiteX97" fmla="*/ 287472 w 455655"/>
              <a:gd name="connsiteY97" fmla="*/ 88412 h 535828"/>
              <a:gd name="connsiteX98" fmla="*/ 333688 w 455655"/>
              <a:gd name="connsiteY98" fmla="*/ 133957 h 535828"/>
              <a:gd name="connsiteX99" fmla="*/ 333688 w 455655"/>
              <a:gd name="connsiteY99" fmla="*/ 135966 h 535828"/>
              <a:gd name="connsiteX100" fmla="*/ 356460 w 455655"/>
              <a:gd name="connsiteY100" fmla="*/ 178833 h 535828"/>
              <a:gd name="connsiteX101" fmla="*/ 306226 w 455655"/>
              <a:gd name="connsiteY101" fmla="*/ 219690 h 535828"/>
              <a:gd name="connsiteX102" fmla="*/ 448891 w 455655"/>
              <a:gd name="connsiteY102" fmla="*/ 290017 h 535828"/>
              <a:gd name="connsiteX103" fmla="*/ 402676 w 455655"/>
              <a:gd name="connsiteY103" fmla="*/ 210313 h 535828"/>
              <a:gd name="connsiteX104" fmla="*/ 402676 w 455655"/>
              <a:gd name="connsiteY104" fmla="*/ 207633 h 535828"/>
              <a:gd name="connsiteX105" fmla="*/ 304217 w 455655"/>
              <a:gd name="connsiteY105" fmla="*/ 28131 h 535828"/>
              <a:gd name="connsiteX106" fmla="*/ 98593 w 455655"/>
              <a:gd name="connsiteY106" fmla="*/ 28131 h 535828"/>
              <a:gd name="connsiteX107" fmla="*/ 134 w 455655"/>
              <a:gd name="connsiteY107" fmla="*/ 207633 h 535828"/>
              <a:gd name="connsiteX108" fmla="*/ 79169 w 455655"/>
              <a:gd name="connsiteY108" fmla="*/ 368382 h 535828"/>
              <a:gd name="connsiteX109" fmla="*/ 79169 w 455655"/>
              <a:gd name="connsiteY109" fmla="*/ 535828 h 535828"/>
              <a:gd name="connsiteX110" fmla="*/ 290821 w 455655"/>
              <a:gd name="connsiteY110" fmla="*/ 535828 h 535828"/>
              <a:gd name="connsiteX111" fmla="*/ 290821 w 455655"/>
              <a:gd name="connsiteY111" fmla="*/ 456124 h 535828"/>
              <a:gd name="connsiteX112" fmla="*/ 323641 w 455655"/>
              <a:gd name="connsiteY112" fmla="*/ 456124 h 535828"/>
              <a:gd name="connsiteX113" fmla="*/ 379903 w 455655"/>
              <a:gd name="connsiteY113" fmla="*/ 432681 h 535828"/>
              <a:gd name="connsiteX114" fmla="*/ 402676 w 455655"/>
              <a:gd name="connsiteY114" fmla="*/ 376419 h 535828"/>
              <a:gd name="connsiteX115" fmla="*/ 402676 w 455655"/>
              <a:gd name="connsiteY115" fmla="*/ 336232 h 535828"/>
              <a:gd name="connsiteX116" fmla="*/ 432146 w 455655"/>
              <a:gd name="connsiteY116" fmla="*/ 336232 h 535828"/>
              <a:gd name="connsiteX117" fmla="*/ 448891 w 455655"/>
              <a:gd name="connsiteY117" fmla="*/ 290017 h 535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455655" h="535828">
                <a:moveTo>
                  <a:pt x="306226" y="219690"/>
                </a:moveTo>
                <a:lnTo>
                  <a:pt x="246616" y="219690"/>
                </a:lnTo>
                <a:cubicBezTo>
                  <a:pt x="221164" y="219690"/>
                  <a:pt x="200400" y="239783"/>
                  <a:pt x="200400" y="265235"/>
                </a:cubicBezTo>
                <a:lnTo>
                  <a:pt x="200400" y="314799"/>
                </a:lnTo>
                <a:lnTo>
                  <a:pt x="170260" y="314799"/>
                </a:lnTo>
                <a:lnTo>
                  <a:pt x="170260" y="275282"/>
                </a:lnTo>
                <a:cubicBezTo>
                  <a:pt x="170260" y="261216"/>
                  <a:pt x="170930" y="243132"/>
                  <a:pt x="160883" y="231746"/>
                </a:cubicBezTo>
                <a:cubicBezTo>
                  <a:pt x="154855" y="225048"/>
                  <a:pt x="148157" y="219690"/>
                  <a:pt x="140789" y="214331"/>
                </a:cubicBezTo>
                <a:cubicBezTo>
                  <a:pt x="135431" y="210982"/>
                  <a:pt x="130073" y="206964"/>
                  <a:pt x="126054" y="201605"/>
                </a:cubicBezTo>
                <a:cubicBezTo>
                  <a:pt x="124045" y="198926"/>
                  <a:pt x="122705" y="195577"/>
                  <a:pt x="121366" y="192228"/>
                </a:cubicBezTo>
                <a:cubicBezTo>
                  <a:pt x="129403" y="188880"/>
                  <a:pt x="138110" y="188210"/>
                  <a:pt x="146148" y="188880"/>
                </a:cubicBezTo>
                <a:cubicBezTo>
                  <a:pt x="150166" y="188880"/>
                  <a:pt x="153515" y="186200"/>
                  <a:pt x="153515" y="182182"/>
                </a:cubicBezTo>
                <a:cubicBezTo>
                  <a:pt x="154185" y="178163"/>
                  <a:pt x="151506" y="174814"/>
                  <a:pt x="148157" y="173474"/>
                </a:cubicBezTo>
                <a:cubicBezTo>
                  <a:pt x="138110" y="172135"/>
                  <a:pt x="127394" y="173474"/>
                  <a:pt x="117347" y="176823"/>
                </a:cubicBezTo>
                <a:cubicBezTo>
                  <a:pt x="117347" y="175484"/>
                  <a:pt x="117347" y="174144"/>
                  <a:pt x="116677" y="173474"/>
                </a:cubicBezTo>
                <a:cubicBezTo>
                  <a:pt x="116007" y="167446"/>
                  <a:pt x="117347" y="161418"/>
                  <a:pt x="118687" y="155390"/>
                </a:cubicBezTo>
                <a:cubicBezTo>
                  <a:pt x="124045" y="141325"/>
                  <a:pt x="137441" y="135297"/>
                  <a:pt x="150166" y="130608"/>
                </a:cubicBezTo>
                <a:cubicBezTo>
                  <a:pt x="152176" y="129938"/>
                  <a:pt x="154855" y="129269"/>
                  <a:pt x="158204" y="128599"/>
                </a:cubicBezTo>
                <a:lnTo>
                  <a:pt x="160213" y="127929"/>
                </a:lnTo>
                <a:lnTo>
                  <a:pt x="160883" y="127929"/>
                </a:lnTo>
                <a:cubicBezTo>
                  <a:pt x="164232" y="128599"/>
                  <a:pt x="166911" y="129269"/>
                  <a:pt x="169590" y="129938"/>
                </a:cubicBezTo>
                <a:lnTo>
                  <a:pt x="172939" y="130608"/>
                </a:lnTo>
                <a:lnTo>
                  <a:pt x="176958" y="131278"/>
                </a:lnTo>
                <a:cubicBezTo>
                  <a:pt x="183656" y="139315"/>
                  <a:pt x="187005" y="149362"/>
                  <a:pt x="186335" y="159409"/>
                </a:cubicBezTo>
                <a:cubicBezTo>
                  <a:pt x="185665" y="169456"/>
                  <a:pt x="180977" y="178833"/>
                  <a:pt x="172939" y="185531"/>
                </a:cubicBezTo>
                <a:cubicBezTo>
                  <a:pt x="170260" y="188210"/>
                  <a:pt x="169590" y="192898"/>
                  <a:pt x="172269" y="196247"/>
                </a:cubicBezTo>
                <a:cubicBezTo>
                  <a:pt x="174948" y="198926"/>
                  <a:pt x="178967" y="199596"/>
                  <a:pt x="182316" y="196917"/>
                </a:cubicBezTo>
                <a:cubicBezTo>
                  <a:pt x="187005" y="192898"/>
                  <a:pt x="191023" y="188210"/>
                  <a:pt x="193702" y="182851"/>
                </a:cubicBezTo>
                <a:lnTo>
                  <a:pt x="194372" y="182851"/>
                </a:lnTo>
                <a:cubicBezTo>
                  <a:pt x="205759" y="181512"/>
                  <a:pt x="217145" y="178163"/>
                  <a:pt x="227192" y="172805"/>
                </a:cubicBezTo>
                <a:cubicBezTo>
                  <a:pt x="228531" y="171465"/>
                  <a:pt x="229871" y="170126"/>
                  <a:pt x="230541" y="168116"/>
                </a:cubicBezTo>
                <a:cubicBezTo>
                  <a:pt x="231210" y="166107"/>
                  <a:pt x="230541" y="164097"/>
                  <a:pt x="229201" y="162758"/>
                </a:cubicBezTo>
                <a:cubicBezTo>
                  <a:pt x="226522" y="159409"/>
                  <a:pt x="222503" y="158739"/>
                  <a:pt x="219154" y="160749"/>
                </a:cubicBezTo>
                <a:cubicBezTo>
                  <a:pt x="213126" y="164097"/>
                  <a:pt x="207098" y="166777"/>
                  <a:pt x="199731" y="167446"/>
                </a:cubicBezTo>
                <a:cubicBezTo>
                  <a:pt x="200400" y="165437"/>
                  <a:pt x="201070" y="162758"/>
                  <a:pt x="201070" y="160749"/>
                </a:cubicBezTo>
                <a:cubicBezTo>
                  <a:pt x="201740" y="152041"/>
                  <a:pt x="200400" y="143334"/>
                  <a:pt x="197051" y="135966"/>
                </a:cubicBezTo>
                <a:cubicBezTo>
                  <a:pt x="202410" y="136636"/>
                  <a:pt x="207768" y="137306"/>
                  <a:pt x="213126" y="137306"/>
                </a:cubicBezTo>
                <a:cubicBezTo>
                  <a:pt x="217815" y="137306"/>
                  <a:pt x="222503" y="136636"/>
                  <a:pt x="227192" y="135966"/>
                </a:cubicBezTo>
                <a:cubicBezTo>
                  <a:pt x="235899" y="146683"/>
                  <a:pt x="247285" y="154051"/>
                  <a:pt x="260681" y="157400"/>
                </a:cubicBezTo>
                <a:cubicBezTo>
                  <a:pt x="278095" y="166107"/>
                  <a:pt x="294170" y="177493"/>
                  <a:pt x="294170" y="196247"/>
                </a:cubicBezTo>
                <a:cubicBezTo>
                  <a:pt x="294170" y="198926"/>
                  <a:pt x="295510" y="202275"/>
                  <a:pt x="297519" y="203615"/>
                </a:cubicBezTo>
                <a:cubicBezTo>
                  <a:pt x="300198" y="204954"/>
                  <a:pt x="302878" y="204954"/>
                  <a:pt x="305557" y="203615"/>
                </a:cubicBezTo>
                <a:cubicBezTo>
                  <a:pt x="308236" y="202275"/>
                  <a:pt x="309575" y="198926"/>
                  <a:pt x="308906" y="196247"/>
                </a:cubicBezTo>
                <a:cubicBezTo>
                  <a:pt x="308906" y="181512"/>
                  <a:pt x="302208" y="168116"/>
                  <a:pt x="290821" y="159409"/>
                </a:cubicBezTo>
                <a:cubicBezTo>
                  <a:pt x="300198" y="158739"/>
                  <a:pt x="308236" y="154051"/>
                  <a:pt x="314264" y="147353"/>
                </a:cubicBezTo>
                <a:cubicBezTo>
                  <a:pt x="316943" y="144004"/>
                  <a:pt x="316273" y="139315"/>
                  <a:pt x="313594" y="136636"/>
                </a:cubicBezTo>
                <a:cubicBezTo>
                  <a:pt x="310245" y="133957"/>
                  <a:pt x="305557" y="134627"/>
                  <a:pt x="302878" y="137306"/>
                </a:cubicBezTo>
                <a:cubicBezTo>
                  <a:pt x="299529" y="141325"/>
                  <a:pt x="290821" y="144674"/>
                  <a:pt x="278095" y="144004"/>
                </a:cubicBezTo>
                <a:cubicBezTo>
                  <a:pt x="265370" y="144004"/>
                  <a:pt x="252644" y="139315"/>
                  <a:pt x="243267" y="131278"/>
                </a:cubicBezTo>
                <a:cubicBezTo>
                  <a:pt x="253983" y="126589"/>
                  <a:pt x="263360" y="118552"/>
                  <a:pt x="269388" y="108505"/>
                </a:cubicBezTo>
                <a:cubicBezTo>
                  <a:pt x="271398" y="105156"/>
                  <a:pt x="270058" y="100468"/>
                  <a:pt x="266709" y="97789"/>
                </a:cubicBezTo>
                <a:cubicBezTo>
                  <a:pt x="263360" y="95779"/>
                  <a:pt x="258672" y="97119"/>
                  <a:pt x="256662" y="100468"/>
                </a:cubicBezTo>
                <a:cubicBezTo>
                  <a:pt x="245276" y="121231"/>
                  <a:pt x="221164" y="127259"/>
                  <a:pt x="182986" y="117882"/>
                </a:cubicBezTo>
                <a:cubicBezTo>
                  <a:pt x="191693" y="110515"/>
                  <a:pt x="195712" y="99128"/>
                  <a:pt x="194372" y="87742"/>
                </a:cubicBezTo>
                <a:cubicBezTo>
                  <a:pt x="194372" y="85063"/>
                  <a:pt x="193033" y="82384"/>
                  <a:pt x="190354" y="81044"/>
                </a:cubicBezTo>
                <a:cubicBezTo>
                  <a:pt x="187674" y="79704"/>
                  <a:pt x="184995" y="79704"/>
                  <a:pt x="182316" y="81714"/>
                </a:cubicBezTo>
                <a:cubicBezTo>
                  <a:pt x="179637" y="83053"/>
                  <a:pt x="178967" y="86402"/>
                  <a:pt x="178967" y="89081"/>
                </a:cubicBezTo>
                <a:cubicBezTo>
                  <a:pt x="179637" y="106496"/>
                  <a:pt x="170260" y="109845"/>
                  <a:pt x="154855" y="114533"/>
                </a:cubicBezTo>
                <a:cubicBezTo>
                  <a:pt x="152846" y="115203"/>
                  <a:pt x="150166" y="115873"/>
                  <a:pt x="148157" y="116543"/>
                </a:cubicBezTo>
                <a:cubicBezTo>
                  <a:pt x="144138" y="107166"/>
                  <a:pt x="135431" y="99798"/>
                  <a:pt x="125384" y="97119"/>
                </a:cubicBezTo>
                <a:cubicBezTo>
                  <a:pt x="122705" y="96449"/>
                  <a:pt x="120026" y="97119"/>
                  <a:pt x="118017" y="99128"/>
                </a:cubicBezTo>
                <a:cubicBezTo>
                  <a:pt x="116007" y="101138"/>
                  <a:pt x="115338" y="103817"/>
                  <a:pt x="116007" y="107166"/>
                </a:cubicBezTo>
                <a:cubicBezTo>
                  <a:pt x="116677" y="109845"/>
                  <a:pt x="118687" y="111854"/>
                  <a:pt x="122035" y="112524"/>
                </a:cubicBezTo>
                <a:cubicBezTo>
                  <a:pt x="127394" y="113864"/>
                  <a:pt x="131412" y="117882"/>
                  <a:pt x="134092" y="122571"/>
                </a:cubicBezTo>
                <a:lnTo>
                  <a:pt x="134092" y="123241"/>
                </a:lnTo>
                <a:cubicBezTo>
                  <a:pt x="121366" y="128599"/>
                  <a:pt x="111319" y="138646"/>
                  <a:pt x="106630" y="151372"/>
                </a:cubicBezTo>
                <a:cubicBezTo>
                  <a:pt x="105291" y="154051"/>
                  <a:pt x="104621" y="157400"/>
                  <a:pt x="104621" y="160749"/>
                </a:cubicBezTo>
                <a:cubicBezTo>
                  <a:pt x="103281" y="159409"/>
                  <a:pt x="101942" y="158069"/>
                  <a:pt x="101272" y="156060"/>
                </a:cubicBezTo>
                <a:cubicBezTo>
                  <a:pt x="98593" y="150702"/>
                  <a:pt x="96584" y="144004"/>
                  <a:pt x="95914" y="137976"/>
                </a:cubicBezTo>
                <a:cubicBezTo>
                  <a:pt x="95244" y="135297"/>
                  <a:pt x="93235" y="132618"/>
                  <a:pt x="91225" y="131948"/>
                </a:cubicBezTo>
                <a:cubicBezTo>
                  <a:pt x="88546" y="130608"/>
                  <a:pt x="85867" y="131278"/>
                  <a:pt x="83858" y="133287"/>
                </a:cubicBezTo>
                <a:cubicBezTo>
                  <a:pt x="81848" y="135297"/>
                  <a:pt x="80509" y="137976"/>
                  <a:pt x="81848" y="140655"/>
                </a:cubicBezTo>
                <a:cubicBezTo>
                  <a:pt x="83188" y="148692"/>
                  <a:pt x="85197" y="156060"/>
                  <a:pt x="89216" y="162758"/>
                </a:cubicBezTo>
                <a:cubicBezTo>
                  <a:pt x="93235" y="169456"/>
                  <a:pt x="98593" y="174814"/>
                  <a:pt x="105961" y="178163"/>
                </a:cubicBezTo>
                <a:cubicBezTo>
                  <a:pt x="106630" y="187540"/>
                  <a:pt x="109979" y="196917"/>
                  <a:pt x="114668" y="205624"/>
                </a:cubicBezTo>
                <a:cubicBezTo>
                  <a:pt x="109979" y="211652"/>
                  <a:pt x="103951" y="216341"/>
                  <a:pt x="97253" y="220359"/>
                </a:cubicBezTo>
                <a:cubicBezTo>
                  <a:pt x="95244" y="221699"/>
                  <a:pt x="93904" y="224378"/>
                  <a:pt x="93235" y="227057"/>
                </a:cubicBezTo>
                <a:cubicBezTo>
                  <a:pt x="93235" y="229736"/>
                  <a:pt x="94574" y="232416"/>
                  <a:pt x="97253" y="233755"/>
                </a:cubicBezTo>
                <a:cubicBezTo>
                  <a:pt x="99933" y="235095"/>
                  <a:pt x="102612" y="235095"/>
                  <a:pt x="104621" y="233085"/>
                </a:cubicBezTo>
                <a:cubicBezTo>
                  <a:pt x="111319" y="228397"/>
                  <a:pt x="117347" y="223708"/>
                  <a:pt x="122705" y="217680"/>
                </a:cubicBezTo>
                <a:cubicBezTo>
                  <a:pt x="126724" y="221029"/>
                  <a:pt x="130743" y="223708"/>
                  <a:pt x="134761" y="226387"/>
                </a:cubicBezTo>
                <a:cubicBezTo>
                  <a:pt x="141459" y="230406"/>
                  <a:pt x="146818" y="235095"/>
                  <a:pt x="152176" y="241123"/>
                </a:cubicBezTo>
                <a:cubicBezTo>
                  <a:pt x="158204" y="248490"/>
                  <a:pt x="158204" y="262556"/>
                  <a:pt x="158204" y="274612"/>
                </a:cubicBezTo>
                <a:lnTo>
                  <a:pt x="158204" y="314799"/>
                </a:lnTo>
                <a:lnTo>
                  <a:pt x="127394" y="314799"/>
                </a:lnTo>
                <a:cubicBezTo>
                  <a:pt x="127394" y="265235"/>
                  <a:pt x="103281" y="262556"/>
                  <a:pt x="100602" y="261216"/>
                </a:cubicBezTo>
                <a:cubicBezTo>
                  <a:pt x="90556" y="258537"/>
                  <a:pt x="64434" y="244472"/>
                  <a:pt x="58406" y="216341"/>
                </a:cubicBezTo>
                <a:cubicBezTo>
                  <a:pt x="57736" y="215001"/>
                  <a:pt x="57736" y="212992"/>
                  <a:pt x="57736" y="211652"/>
                </a:cubicBezTo>
                <a:cubicBezTo>
                  <a:pt x="46350" y="195577"/>
                  <a:pt x="47019" y="173474"/>
                  <a:pt x="59745" y="158069"/>
                </a:cubicBezTo>
                <a:cubicBezTo>
                  <a:pt x="58406" y="153381"/>
                  <a:pt x="57736" y="148692"/>
                  <a:pt x="57736" y="144004"/>
                </a:cubicBezTo>
                <a:cubicBezTo>
                  <a:pt x="57736" y="122571"/>
                  <a:pt x="73141" y="103817"/>
                  <a:pt x="94574" y="99798"/>
                </a:cubicBezTo>
                <a:cubicBezTo>
                  <a:pt x="101272" y="81044"/>
                  <a:pt x="118687" y="68318"/>
                  <a:pt x="138110" y="68988"/>
                </a:cubicBezTo>
                <a:cubicBezTo>
                  <a:pt x="141459" y="68988"/>
                  <a:pt x="145478" y="69658"/>
                  <a:pt x="148827" y="70327"/>
                </a:cubicBezTo>
                <a:cubicBezTo>
                  <a:pt x="156864" y="60950"/>
                  <a:pt x="168251" y="55592"/>
                  <a:pt x="180977" y="54253"/>
                </a:cubicBezTo>
                <a:cubicBezTo>
                  <a:pt x="193702" y="53583"/>
                  <a:pt x="205759" y="57602"/>
                  <a:pt x="215136" y="66309"/>
                </a:cubicBezTo>
                <a:cubicBezTo>
                  <a:pt x="227192" y="58271"/>
                  <a:pt x="241927" y="56262"/>
                  <a:pt x="255323" y="60281"/>
                </a:cubicBezTo>
                <a:cubicBezTo>
                  <a:pt x="269388" y="64299"/>
                  <a:pt x="280105" y="75016"/>
                  <a:pt x="284793" y="88412"/>
                </a:cubicBezTo>
                <a:lnTo>
                  <a:pt x="287472" y="88412"/>
                </a:lnTo>
                <a:cubicBezTo>
                  <a:pt x="312924" y="88412"/>
                  <a:pt x="333018" y="108505"/>
                  <a:pt x="333688" y="133957"/>
                </a:cubicBezTo>
                <a:lnTo>
                  <a:pt x="333688" y="135966"/>
                </a:lnTo>
                <a:cubicBezTo>
                  <a:pt x="349093" y="144674"/>
                  <a:pt x="357800" y="161418"/>
                  <a:pt x="356460" y="178833"/>
                </a:cubicBezTo>
                <a:cubicBezTo>
                  <a:pt x="351102" y="202275"/>
                  <a:pt x="330339" y="220359"/>
                  <a:pt x="306226" y="219690"/>
                </a:cubicBezTo>
                <a:close/>
                <a:moveTo>
                  <a:pt x="448891" y="290017"/>
                </a:moveTo>
                <a:lnTo>
                  <a:pt x="402676" y="210313"/>
                </a:lnTo>
                <a:lnTo>
                  <a:pt x="402676" y="207633"/>
                </a:lnTo>
                <a:cubicBezTo>
                  <a:pt x="405355" y="133957"/>
                  <a:pt x="367847" y="64969"/>
                  <a:pt x="304217" y="28131"/>
                </a:cubicBezTo>
                <a:cubicBezTo>
                  <a:pt x="240587" y="-9377"/>
                  <a:pt x="162223" y="-9377"/>
                  <a:pt x="98593" y="28131"/>
                </a:cubicBezTo>
                <a:cubicBezTo>
                  <a:pt x="34963" y="64969"/>
                  <a:pt x="-2545" y="133957"/>
                  <a:pt x="134" y="207633"/>
                </a:cubicBezTo>
                <a:cubicBezTo>
                  <a:pt x="134" y="270593"/>
                  <a:pt x="28935" y="330204"/>
                  <a:pt x="79169" y="368382"/>
                </a:cubicBezTo>
                <a:lnTo>
                  <a:pt x="79169" y="535828"/>
                </a:lnTo>
                <a:lnTo>
                  <a:pt x="290821" y="535828"/>
                </a:lnTo>
                <a:lnTo>
                  <a:pt x="290821" y="456124"/>
                </a:lnTo>
                <a:lnTo>
                  <a:pt x="323641" y="456124"/>
                </a:lnTo>
                <a:cubicBezTo>
                  <a:pt x="345074" y="456124"/>
                  <a:pt x="365168" y="448086"/>
                  <a:pt x="379903" y="432681"/>
                </a:cubicBezTo>
                <a:cubicBezTo>
                  <a:pt x="394638" y="417946"/>
                  <a:pt x="402676" y="397183"/>
                  <a:pt x="402676" y="376419"/>
                </a:cubicBezTo>
                <a:lnTo>
                  <a:pt x="402676" y="336232"/>
                </a:lnTo>
                <a:lnTo>
                  <a:pt x="432146" y="336232"/>
                </a:lnTo>
                <a:cubicBezTo>
                  <a:pt x="449561" y="334893"/>
                  <a:pt x="464966" y="314799"/>
                  <a:pt x="448891" y="290017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64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2F05762C-3757-7C44-236B-2494DEA742CC}"/>
              </a:ext>
            </a:extLst>
          </p:cNvPr>
          <p:cNvGrpSpPr/>
          <p:nvPr/>
        </p:nvGrpSpPr>
        <p:grpSpPr>
          <a:xfrm>
            <a:off x="2202486" y="5178676"/>
            <a:ext cx="332080" cy="332080"/>
            <a:chOff x="8207181" y="3414922"/>
            <a:chExt cx="529130" cy="52913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1A009A4E-A0A4-CF3F-98C3-763E263F47B1}"/>
                </a:ext>
              </a:extLst>
            </p:cNvPr>
            <p:cNvSpPr/>
            <p:nvPr/>
          </p:nvSpPr>
          <p:spPr>
            <a:xfrm>
              <a:off x="8394051" y="3414922"/>
              <a:ext cx="342260" cy="341590"/>
            </a:xfrm>
            <a:custGeom>
              <a:avLst/>
              <a:gdLst>
                <a:gd name="connsiteX0" fmla="*/ 281980 w 342260"/>
                <a:gd name="connsiteY0" fmla="*/ 60281 h 341590"/>
                <a:gd name="connsiteX1" fmla="*/ 275282 w 342260"/>
                <a:gd name="connsiteY1" fmla="*/ 0 h 341590"/>
                <a:gd name="connsiteX2" fmla="*/ 201605 w 342260"/>
                <a:gd name="connsiteY2" fmla="*/ 73676 h 341590"/>
                <a:gd name="connsiteX3" fmla="*/ 205624 w 342260"/>
                <a:gd name="connsiteY3" fmla="*/ 108505 h 341590"/>
                <a:gd name="connsiteX4" fmla="*/ 98458 w 342260"/>
                <a:gd name="connsiteY4" fmla="*/ 215671 h 341590"/>
                <a:gd name="connsiteX5" fmla="*/ 66979 w 342260"/>
                <a:gd name="connsiteY5" fmla="*/ 207633 h 341590"/>
                <a:gd name="connsiteX6" fmla="*/ 0 w 342260"/>
                <a:gd name="connsiteY6" fmla="*/ 274612 h 341590"/>
                <a:gd name="connsiteX7" fmla="*/ 66979 w 342260"/>
                <a:gd name="connsiteY7" fmla="*/ 341591 h 341590"/>
                <a:gd name="connsiteX8" fmla="*/ 133957 w 342260"/>
                <a:gd name="connsiteY8" fmla="*/ 274612 h 341590"/>
                <a:gd name="connsiteX9" fmla="*/ 126589 w 342260"/>
                <a:gd name="connsiteY9" fmla="*/ 243802 h 341590"/>
                <a:gd name="connsiteX10" fmla="*/ 233755 w 342260"/>
                <a:gd name="connsiteY10" fmla="*/ 136636 h 341590"/>
                <a:gd name="connsiteX11" fmla="*/ 268584 w 342260"/>
                <a:gd name="connsiteY11" fmla="*/ 140655 h 341590"/>
                <a:gd name="connsiteX12" fmla="*/ 342260 w 342260"/>
                <a:gd name="connsiteY12" fmla="*/ 66979 h 341590"/>
                <a:gd name="connsiteX13" fmla="*/ 281980 w 342260"/>
                <a:gd name="connsiteY13" fmla="*/ 60281 h 34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260" h="341590">
                  <a:moveTo>
                    <a:pt x="281980" y="60281"/>
                  </a:moveTo>
                  <a:lnTo>
                    <a:pt x="275282" y="0"/>
                  </a:lnTo>
                  <a:lnTo>
                    <a:pt x="201605" y="73676"/>
                  </a:lnTo>
                  <a:lnTo>
                    <a:pt x="205624" y="108505"/>
                  </a:lnTo>
                  <a:lnTo>
                    <a:pt x="98458" y="215671"/>
                  </a:lnTo>
                  <a:cubicBezTo>
                    <a:pt x="89081" y="210982"/>
                    <a:pt x="78365" y="207633"/>
                    <a:pt x="66979" y="207633"/>
                  </a:cubicBezTo>
                  <a:cubicBezTo>
                    <a:pt x="30140" y="207633"/>
                    <a:pt x="0" y="237774"/>
                    <a:pt x="0" y="274612"/>
                  </a:cubicBezTo>
                  <a:cubicBezTo>
                    <a:pt x="0" y="311450"/>
                    <a:pt x="30140" y="341591"/>
                    <a:pt x="66979" y="341591"/>
                  </a:cubicBezTo>
                  <a:cubicBezTo>
                    <a:pt x="103817" y="341591"/>
                    <a:pt x="133957" y="311450"/>
                    <a:pt x="133957" y="274612"/>
                  </a:cubicBezTo>
                  <a:cubicBezTo>
                    <a:pt x="133957" y="263226"/>
                    <a:pt x="131278" y="253179"/>
                    <a:pt x="126589" y="243802"/>
                  </a:cubicBezTo>
                  <a:lnTo>
                    <a:pt x="233755" y="136636"/>
                  </a:lnTo>
                  <a:lnTo>
                    <a:pt x="268584" y="140655"/>
                  </a:lnTo>
                  <a:lnTo>
                    <a:pt x="342260" y="66979"/>
                  </a:lnTo>
                  <a:lnTo>
                    <a:pt x="281980" y="60281"/>
                  </a:lnTo>
                  <a:close/>
                </a:path>
              </a:pathLst>
            </a:custGeom>
            <a:grpFill/>
            <a:ln w="66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5340F68-003D-1FEF-9277-2322FA8E2648}"/>
                </a:ext>
              </a:extLst>
            </p:cNvPr>
            <p:cNvSpPr/>
            <p:nvPr/>
          </p:nvSpPr>
          <p:spPr>
            <a:xfrm>
              <a:off x="8207181" y="3435016"/>
              <a:ext cx="509036" cy="509036"/>
            </a:xfrm>
            <a:custGeom>
              <a:avLst/>
              <a:gdLst>
                <a:gd name="connsiteX0" fmla="*/ 474208 w 509036"/>
                <a:gd name="connsiteY0" fmla="*/ 139315 h 509036"/>
                <a:gd name="connsiteX1" fmla="*/ 465501 w 509036"/>
                <a:gd name="connsiteY1" fmla="*/ 148692 h 509036"/>
                <a:gd name="connsiteX2" fmla="*/ 452775 w 509036"/>
                <a:gd name="connsiteY2" fmla="*/ 147353 h 509036"/>
                <a:gd name="connsiteX3" fmla="*/ 438709 w 509036"/>
                <a:gd name="connsiteY3" fmla="*/ 145343 h 509036"/>
                <a:gd name="connsiteX4" fmla="*/ 468850 w 509036"/>
                <a:gd name="connsiteY4" fmla="*/ 254518 h 509036"/>
                <a:gd name="connsiteX5" fmla="*/ 254518 w 509036"/>
                <a:gd name="connsiteY5" fmla="*/ 468850 h 509036"/>
                <a:gd name="connsiteX6" fmla="*/ 40187 w 509036"/>
                <a:gd name="connsiteY6" fmla="*/ 254518 h 509036"/>
                <a:gd name="connsiteX7" fmla="*/ 254518 w 509036"/>
                <a:gd name="connsiteY7" fmla="*/ 40187 h 509036"/>
                <a:gd name="connsiteX8" fmla="*/ 363693 w 509036"/>
                <a:gd name="connsiteY8" fmla="*/ 70327 h 509036"/>
                <a:gd name="connsiteX9" fmla="*/ 362354 w 509036"/>
                <a:gd name="connsiteY9" fmla="*/ 56932 h 509036"/>
                <a:gd name="connsiteX10" fmla="*/ 360345 w 509036"/>
                <a:gd name="connsiteY10" fmla="*/ 43536 h 509036"/>
                <a:gd name="connsiteX11" fmla="*/ 369722 w 509036"/>
                <a:gd name="connsiteY11" fmla="*/ 34159 h 509036"/>
                <a:gd name="connsiteX12" fmla="*/ 374410 w 509036"/>
                <a:gd name="connsiteY12" fmla="*/ 29471 h 509036"/>
                <a:gd name="connsiteX13" fmla="*/ 254518 w 509036"/>
                <a:gd name="connsiteY13" fmla="*/ 0 h 509036"/>
                <a:gd name="connsiteX14" fmla="*/ 0 w 509036"/>
                <a:gd name="connsiteY14" fmla="*/ 254518 h 509036"/>
                <a:gd name="connsiteX15" fmla="*/ 254518 w 509036"/>
                <a:gd name="connsiteY15" fmla="*/ 509037 h 509036"/>
                <a:gd name="connsiteX16" fmla="*/ 509037 w 509036"/>
                <a:gd name="connsiteY16" fmla="*/ 254518 h 509036"/>
                <a:gd name="connsiteX17" fmla="*/ 478897 w 509036"/>
                <a:gd name="connsiteY17" fmla="*/ 135297 h 509036"/>
                <a:gd name="connsiteX18" fmla="*/ 474208 w 509036"/>
                <a:gd name="connsiteY18" fmla="*/ 139315 h 509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09036" h="509036">
                  <a:moveTo>
                    <a:pt x="474208" y="139315"/>
                  </a:moveTo>
                  <a:lnTo>
                    <a:pt x="465501" y="148692"/>
                  </a:lnTo>
                  <a:lnTo>
                    <a:pt x="452775" y="147353"/>
                  </a:lnTo>
                  <a:lnTo>
                    <a:pt x="438709" y="145343"/>
                  </a:lnTo>
                  <a:cubicBezTo>
                    <a:pt x="457463" y="177493"/>
                    <a:pt x="468850" y="214331"/>
                    <a:pt x="468850" y="254518"/>
                  </a:cubicBezTo>
                  <a:cubicBezTo>
                    <a:pt x="468850" y="372401"/>
                    <a:pt x="372401" y="468850"/>
                    <a:pt x="254518" y="468850"/>
                  </a:cubicBezTo>
                  <a:cubicBezTo>
                    <a:pt x="136636" y="468850"/>
                    <a:pt x="40187" y="372401"/>
                    <a:pt x="40187" y="254518"/>
                  </a:cubicBezTo>
                  <a:cubicBezTo>
                    <a:pt x="40187" y="136636"/>
                    <a:pt x="136636" y="40187"/>
                    <a:pt x="254518" y="40187"/>
                  </a:cubicBezTo>
                  <a:cubicBezTo>
                    <a:pt x="294036" y="40187"/>
                    <a:pt x="331544" y="50904"/>
                    <a:pt x="363693" y="70327"/>
                  </a:cubicBezTo>
                  <a:lnTo>
                    <a:pt x="362354" y="56932"/>
                  </a:lnTo>
                  <a:lnTo>
                    <a:pt x="360345" y="43536"/>
                  </a:lnTo>
                  <a:lnTo>
                    <a:pt x="369722" y="34159"/>
                  </a:lnTo>
                  <a:lnTo>
                    <a:pt x="374410" y="29471"/>
                  </a:lnTo>
                  <a:cubicBezTo>
                    <a:pt x="338242" y="10717"/>
                    <a:pt x="298055" y="0"/>
                    <a:pt x="254518" y="0"/>
                  </a:cubicBezTo>
                  <a:cubicBezTo>
                    <a:pt x="113864" y="0"/>
                    <a:pt x="0" y="113864"/>
                    <a:pt x="0" y="254518"/>
                  </a:cubicBezTo>
                  <a:cubicBezTo>
                    <a:pt x="0" y="395173"/>
                    <a:pt x="113864" y="509037"/>
                    <a:pt x="254518" y="509037"/>
                  </a:cubicBezTo>
                  <a:cubicBezTo>
                    <a:pt x="395173" y="509037"/>
                    <a:pt x="509037" y="395173"/>
                    <a:pt x="509037" y="254518"/>
                  </a:cubicBezTo>
                  <a:cubicBezTo>
                    <a:pt x="509037" y="210982"/>
                    <a:pt x="498320" y="170795"/>
                    <a:pt x="478897" y="135297"/>
                  </a:cubicBezTo>
                  <a:lnTo>
                    <a:pt x="474208" y="139315"/>
                  </a:lnTo>
                  <a:close/>
                </a:path>
              </a:pathLst>
            </a:custGeom>
            <a:grpFill/>
            <a:ln w="66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6364B50-1032-5A0C-5306-C2C7115A6A86}"/>
                </a:ext>
              </a:extLst>
            </p:cNvPr>
            <p:cNvSpPr/>
            <p:nvPr/>
          </p:nvSpPr>
          <p:spPr>
            <a:xfrm>
              <a:off x="8300951" y="3528786"/>
              <a:ext cx="321497" cy="321497"/>
            </a:xfrm>
            <a:custGeom>
              <a:avLst/>
              <a:gdLst>
                <a:gd name="connsiteX0" fmla="*/ 272603 w 321497"/>
                <a:gd name="connsiteY0" fmla="*/ 115203 h 321497"/>
                <a:gd name="connsiteX1" fmla="*/ 281310 w 321497"/>
                <a:gd name="connsiteY1" fmla="*/ 160749 h 321497"/>
                <a:gd name="connsiteX2" fmla="*/ 160749 w 321497"/>
                <a:gd name="connsiteY2" fmla="*/ 281310 h 321497"/>
                <a:gd name="connsiteX3" fmla="*/ 40187 w 321497"/>
                <a:gd name="connsiteY3" fmla="*/ 160749 h 321497"/>
                <a:gd name="connsiteX4" fmla="*/ 160749 w 321497"/>
                <a:gd name="connsiteY4" fmla="*/ 40187 h 321497"/>
                <a:gd name="connsiteX5" fmla="*/ 206294 w 321497"/>
                <a:gd name="connsiteY5" fmla="*/ 48894 h 321497"/>
                <a:gd name="connsiteX6" fmla="*/ 236434 w 321497"/>
                <a:gd name="connsiteY6" fmla="*/ 18754 h 321497"/>
                <a:gd name="connsiteX7" fmla="*/ 160749 w 321497"/>
                <a:gd name="connsiteY7" fmla="*/ 0 h 321497"/>
                <a:gd name="connsiteX8" fmla="*/ 0 w 321497"/>
                <a:gd name="connsiteY8" fmla="*/ 160749 h 321497"/>
                <a:gd name="connsiteX9" fmla="*/ 160749 w 321497"/>
                <a:gd name="connsiteY9" fmla="*/ 321497 h 321497"/>
                <a:gd name="connsiteX10" fmla="*/ 321497 w 321497"/>
                <a:gd name="connsiteY10" fmla="*/ 160749 h 321497"/>
                <a:gd name="connsiteX11" fmla="*/ 302743 w 321497"/>
                <a:gd name="connsiteY11" fmla="*/ 85063 h 321497"/>
                <a:gd name="connsiteX12" fmla="*/ 272603 w 321497"/>
                <a:gd name="connsiteY12" fmla="*/ 115203 h 321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497" h="321497">
                  <a:moveTo>
                    <a:pt x="272603" y="115203"/>
                  </a:moveTo>
                  <a:cubicBezTo>
                    <a:pt x="278631" y="129269"/>
                    <a:pt x="281310" y="144674"/>
                    <a:pt x="281310" y="160749"/>
                  </a:cubicBezTo>
                  <a:cubicBezTo>
                    <a:pt x="281310" y="227057"/>
                    <a:pt x="227057" y="281310"/>
                    <a:pt x="160749" y="281310"/>
                  </a:cubicBezTo>
                  <a:cubicBezTo>
                    <a:pt x="94440" y="281310"/>
                    <a:pt x="40187" y="227057"/>
                    <a:pt x="40187" y="160749"/>
                  </a:cubicBezTo>
                  <a:cubicBezTo>
                    <a:pt x="40187" y="94440"/>
                    <a:pt x="94440" y="40187"/>
                    <a:pt x="160749" y="40187"/>
                  </a:cubicBezTo>
                  <a:cubicBezTo>
                    <a:pt x="176823" y="40187"/>
                    <a:pt x="192228" y="43536"/>
                    <a:pt x="206294" y="48894"/>
                  </a:cubicBezTo>
                  <a:lnTo>
                    <a:pt x="236434" y="18754"/>
                  </a:lnTo>
                  <a:cubicBezTo>
                    <a:pt x="213662" y="6698"/>
                    <a:pt x="188210" y="0"/>
                    <a:pt x="160749" y="0"/>
                  </a:cubicBezTo>
                  <a:cubicBezTo>
                    <a:pt x="72337" y="0"/>
                    <a:pt x="0" y="72337"/>
                    <a:pt x="0" y="160749"/>
                  </a:cubicBezTo>
                  <a:cubicBezTo>
                    <a:pt x="0" y="249160"/>
                    <a:pt x="72337" y="321497"/>
                    <a:pt x="160749" y="321497"/>
                  </a:cubicBezTo>
                  <a:cubicBezTo>
                    <a:pt x="249160" y="321497"/>
                    <a:pt x="321497" y="249160"/>
                    <a:pt x="321497" y="160749"/>
                  </a:cubicBezTo>
                  <a:cubicBezTo>
                    <a:pt x="321497" y="133287"/>
                    <a:pt x="314799" y="107835"/>
                    <a:pt x="302743" y="85063"/>
                  </a:cubicBezTo>
                  <a:lnTo>
                    <a:pt x="272603" y="115203"/>
                  </a:lnTo>
                  <a:close/>
                </a:path>
              </a:pathLst>
            </a:custGeom>
            <a:grpFill/>
            <a:ln w="66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5312874-A145-F8EC-EE69-0522844E7B72}"/>
              </a:ext>
            </a:extLst>
          </p:cNvPr>
          <p:cNvSpPr txBox="1"/>
          <p:nvPr/>
        </p:nvSpPr>
        <p:spPr>
          <a:xfrm>
            <a:off x="6308211" y="1267747"/>
            <a:ext cx="590376" cy="6074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IN" sz="5400" b="1" dirty="0">
                <a:solidFill>
                  <a:schemeClr val="tx1">
                    <a:lumMod val="85000"/>
                    <a:lumOff val="15000"/>
                  </a:schemeClr>
                </a:solidFill>
                <a:ea typeface="Segoe UI Black" panose="020B0A02040204020203" pitchFamily="34" charset="0"/>
                <a:cs typeface="Segoe UI Light" panose="020B0502040204020203" pitchFamily="34" charset="0"/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EF201A-C283-EEA7-B0A9-9A925FBD1C09}"/>
              </a:ext>
            </a:extLst>
          </p:cNvPr>
          <p:cNvSpPr txBox="1"/>
          <p:nvPr/>
        </p:nvSpPr>
        <p:spPr>
          <a:xfrm>
            <a:off x="8594001" y="2332243"/>
            <a:ext cx="590376" cy="6074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IN" sz="5400" b="1" dirty="0">
                <a:solidFill>
                  <a:schemeClr val="tx1">
                    <a:lumMod val="85000"/>
                    <a:lumOff val="15000"/>
                  </a:schemeClr>
                </a:solidFill>
                <a:ea typeface="Segoe UI Black" panose="020B0A02040204020203" pitchFamily="34" charset="0"/>
                <a:cs typeface="Segoe UI Light" panose="020B0502040204020203" pitchFamily="34" charset="0"/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86BA7C-D6DD-AE6F-C2A8-AB8EF202ECDE}"/>
              </a:ext>
            </a:extLst>
          </p:cNvPr>
          <p:cNvSpPr txBox="1"/>
          <p:nvPr/>
        </p:nvSpPr>
        <p:spPr>
          <a:xfrm>
            <a:off x="8613306" y="4513400"/>
            <a:ext cx="590376" cy="6074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IN" sz="5400" b="1" dirty="0">
                <a:solidFill>
                  <a:schemeClr val="tx1">
                    <a:lumMod val="85000"/>
                    <a:lumOff val="15000"/>
                  </a:schemeClr>
                </a:solidFill>
                <a:ea typeface="Segoe UI Black" panose="020B0A02040204020203" pitchFamily="34" charset="0"/>
                <a:cs typeface="Segoe UI Light" panose="020B0502040204020203" pitchFamily="34" charset="0"/>
              </a:rPr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C5D882-58BA-7FF0-E528-BE2B669BF5F0}"/>
              </a:ext>
            </a:extLst>
          </p:cNvPr>
          <p:cNvSpPr txBox="1"/>
          <p:nvPr/>
        </p:nvSpPr>
        <p:spPr>
          <a:xfrm>
            <a:off x="6357438" y="3426281"/>
            <a:ext cx="590376" cy="6074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IN" sz="5400" b="1" dirty="0">
                <a:solidFill>
                  <a:schemeClr val="tx1">
                    <a:lumMod val="85000"/>
                    <a:lumOff val="15000"/>
                  </a:schemeClr>
                </a:solidFill>
                <a:ea typeface="Segoe UI Black" panose="020B0A02040204020203" pitchFamily="34" charset="0"/>
                <a:cs typeface="Segoe UI Light" panose="020B0502040204020203" pitchFamily="34" charset="0"/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04FE70-DB23-D2D4-5C85-70B81E51DB05}"/>
              </a:ext>
            </a:extLst>
          </p:cNvPr>
          <p:cNvSpPr txBox="1"/>
          <p:nvPr/>
        </p:nvSpPr>
        <p:spPr>
          <a:xfrm>
            <a:off x="6357438" y="5561147"/>
            <a:ext cx="590376" cy="6074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IN" sz="5400" b="1" dirty="0">
                <a:solidFill>
                  <a:schemeClr val="tx1">
                    <a:lumMod val="85000"/>
                    <a:lumOff val="15000"/>
                  </a:schemeClr>
                </a:solidFill>
                <a:ea typeface="Segoe UI Black" panose="020B0A02040204020203" pitchFamily="34" charset="0"/>
                <a:cs typeface="Segoe UI Light" panose="020B0502040204020203" pitchFamily="34" charset="0"/>
              </a:rPr>
              <a:t>5</a:t>
            </a:r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873D3082-4B32-48C6-A3B0-C985A2381D5A}"/>
              </a:ext>
            </a:extLst>
          </p:cNvPr>
          <p:cNvSpPr txBox="1">
            <a:spLocks/>
          </p:cNvSpPr>
          <p:nvPr/>
        </p:nvSpPr>
        <p:spPr>
          <a:xfrm>
            <a:off x="9954619" y="6357316"/>
            <a:ext cx="2237381" cy="457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AR" sz="2000" b="1" dirty="0">
                <a:solidFill>
                  <a:srgbClr val="002060"/>
                </a:solidFill>
                <a:latin typeface="Raleway" panose="020B0604020202020204" pitchFamily="2" charset="0"/>
              </a:rPr>
              <a:t>Silver Standard</a:t>
            </a:r>
            <a:endParaRPr lang="es-AR" sz="2000" dirty="0">
              <a:solidFill>
                <a:srgbClr val="002060"/>
              </a:solidFill>
            </a:endParaRPr>
          </a:p>
        </p:txBody>
      </p:sp>
      <p:pic>
        <p:nvPicPr>
          <p:cNvPr id="52" name="Imagen 51" descr="Texto&#10;&#10;El contenido generado por IA puede ser incorrecto.">
            <a:extLst>
              <a:ext uri="{FF2B5EF4-FFF2-40B4-BE49-F238E27FC236}">
                <a16:creationId xmlns:a16="http://schemas.microsoft.com/office/drawing/2014/main" id="{BB0D4FCD-1F30-4EF6-82BE-B6E8F0A811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116" y="5705275"/>
            <a:ext cx="1761281" cy="176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961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831F1A-CC8C-483D-B53C-2BCEB64B8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621" y="1805652"/>
            <a:ext cx="11563108" cy="2758018"/>
          </a:xfrm>
        </p:spPr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MX" sz="6000" b="1" dirty="0">
                <a:solidFill>
                  <a:srgbClr val="1B1C1D"/>
                </a:solidFill>
                <a:latin typeface="Raleway" pitchFamily="2" charset="0"/>
              </a:rPr>
              <a:t>5</a:t>
            </a:r>
            <a:r>
              <a:rPr lang="es-MX" sz="6000" b="1" i="0" u="none" strike="noStrike" dirty="0">
                <a:solidFill>
                  <a:srgbClr val="1B1C1D"/>
                </a:solidFill>
                <a:effectLst/>
                <a:latin typeface="Raleway" pitchFamily="2" charset="0"/>
              </a:rPr>
              <a:t>. Marco de Evaluación del Modelo de Madurez amigable</a:t>
            </a:r>
            <a:endParaRPr lang="es-AR" dirty="0">
              <a:latin typeface="Raleway" pitchFamily="2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CF33D89-E585-43EA-9401-5A713DDED55A}"/>
              </a:ext>
            </a:extLst>
          </p:cNvPr>
          <p:cNvSpPr txBox="1">
            <a:spLocks/>
          </p:cNvSpPr>
          <p:nvPr/>
        </p:nvSpPr>
        <p:spPr>
          <a:xfrm>
            <a:off x="9883241" y="1"/>
            <a:ext cx="2237381" cy="457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AR" sz="2000" b="1" dirty="0">
                <a:solidFill>
                  <a:srgbClr val="002060"/>
                </a:solidFill>
                <a:latin typeface="Raleway" panose="020B0604020202020204" pitchFamily="2" charset="0"/>
              </a:rPr>
              <a:t>Silver Standard</a:t>
            </a:r>
            <a:endParaRPr lang="es-AR" sz="2000" dirty="0">
              <a:solidFill>
                <a:srgbClr val="002060"/>
              </a:solidFill>
            </a:endParaRPr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6B03CC5B-DCB5-43E8-A76A-79C9CDAC25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5976" y="-629855"/>
            <a:ext cx="1761281" cy="176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587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94ADA2C1-FA56-2747-8A15-0B61DBCB3529}"/>
              </a:ext>
            </a:extLst>
          </p:cNvPr>
          <p:cNvSpPr/>
          <p:nvPr/>
        </p:nvSpPr>
        <p:spPr>
          <a:xfrm>
            <a:off x="357274" y="2091750"/>
            <a:ext cx="2711320" cy="3218720"/>
          </a:xfrm>
          <a:custGeom>
            <a:avLst/>
            <a:gdLst>
              <a:gd name="connsiteX0" fmla="*/ 2491382 w 2711320"/>
              <a:gd name="connsiteY0" fmla="*/ 3218720 h 3218720"/>
              <a:gd name="connsiteX1" fmla="*/ 219933 w 2711320"/>
              <a:gd name="connsiteY1" fmla="*/ 3218720 h 3218720"/>
              <a:gd name="connsiteX2" fmla="*/ 0 w 2711320"/>
              <a:gd name="connsiteY2" fmla="*/ 2998857 h 3218720"/>
              <a:gd name="connsiteX3" fmla="*/ 0 w 2711320"/>
              <a:gd name="connsiteY3" fmla="*/ 219863 h 3218720"/>
              <a:gd name="connsiteX4" fmla="*/ 219933 w 2711320"/>
              <a:gd name="connsiteY4" fmla="*/ 0 h 3218720"/>
              <a:gd name="connsiteX5" fmla="*/ 2491382 w 2711320"/>
              <a:gd name="connsiteY5" fmla="*/ 0 h 3218720"/>
              <a:gd name="connsiteX6" fmla="*/ 2711315 w 2711320"/>
              <a:gd name="connsiteY6" fmla="*/ 219863 h 3218720"/>
              <a:gd name="connsiteX7" fmla="*/ 2711315 w 2711320"/>
              <a:gd name="connsiteY7" fmla="*/ 2998857 h 3218720"/>
              <a:gd name="connsiteX8" fmla="*/ 2491382 w 2711320"/>
              <a:gd name="connsiteY8" fmla="*/ 3218720 h 3218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11320" h="3218720">
                <a:moveTo>
                  <a:pt x="2491382" y="3218720"/>
                </a:moveTo>
                <a:lnTo>
                  <a:pt x="219933" y="3218720"/>
                </a:lnTo>
                <a:cubicBezTo>
                  <a:pt x="98836" y="3218720"/>
                  <a:pt x="0" y="3120806"/>
                  <a:pt x="0" y="2998857"/>
                </a:cubicBezTo>
                <a:lnTo>
                  <a:pt x="0" y="219863"/>
                </a:lnTo>
                <a:cubicBezTo>
                  <a:pt x="0" y="97915"/>
                  <a:pt x="98836" y="0"/>
                  <a:pt x="219933" y="0"/>
                </a:cubicBezTo>
                <a:lnTo>
                  <a:pt x="2491382" y="0"/>
                </a:lnTo>
                <a:cubicBezTo>
                  <a:pt x="2613369" y="0"/>
                  <a:pt x="2711315" y="98805"/>
                  <a:pt x="2711315" y="219863"/>
                </a:cubicBezTo>
                <a:lnTo>
                  <a:pt x="2711315" y="2998857"/>
                </a:lnTo>
                <a:cubicBezTo>
                  <a:pt x="2712205" y="3120806"/>
                  <a:pt x="2613369" y="3218720"/>
                  <a:pt x="2491382" y="3218720"/>
                </a:cubicBezTo>
                <a:close/>
              </a:path>
            </a:pathLst>
          </a:custGeom>
          <a:solidFill>
            <a:schemeClr val="bg2"/>
          </a:solidFill>
          <a:ln w="2540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BR" dirty="0">
              <a:latin typeface="Raleway" pitchFamily="2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D3D63D87-AFCA-0244-B053-83FD3281EBD1}"/>
              </a:ext>
            </a:extLst>
          </p:cNvPr>
          <p:cNvSpPr/>
          <p:nvPr/>
        </p:nvSpPr>
        <p:spPr>
          <a:xfrm>
            <a:off x="3282283" y="2119251"/>
            <a:ext cx="2711320" cy="3219610"/>
          </a:xfrm>
          <a:custGeom>
            <a:avLst/>
            <a:gdLst>
              <a:gd name="connsiteX0" fmla="*/ 2491382 w 2711320"/>
              <a:gd name="connsiteY0" fmla="*/ 3219610 h 3219610"/>
              <a:gd name="connsiteX1" fmla="*/ 219933 w 2711320"/>
              <a:gd name="connsiteY1" fmla="*/ 3219610 h 3219610"/>
              <a:gd name="connsiteX2" fmla="*/ 0 w 2711320"/>
              <a:gd name="connsiteY2" fmla="*/ 2999748 h 3219610"/>
              <a:gd name="connsiteX3" fmla="*/ 0 w 2711320"/>
              <a:gd name="connsiteY3" fmla="*/ 219863 h 3219610"/>
              <a:gd name="connsiteX4" fmla="*/ 219933 w 2711320"/>
              <a:gd name="connsiteY4" fmla="*/ 0 h 3219610"/>
              <a:gd name="connsiteX5" fmla="*/ 2491382 w 2711320"/>
              <a:gd name="connsiteY5" fmla="*/ 0 h 3219610"/>
              <a:gd name="connsiteX6" fmla="*/ 2711315 w 2711320"/>
              <a:gd name="connsiteY6" fmla="*/ 219863 h 3219610"/>
              <a:gd name="connsiteX7" fmla="*/ 2711315 w 2711320"/>
              <a:gd name="connsiteY7" fmla="*/ 2998857 h 3219610"/>
              <a:gd name="connsiteX8" fmla="*/ 2491382 w 2711320"/>
              <a:gd name="connsiteY8" fmla="*/ 3219610 h 3219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11320" h="3219610">
                <a:moveTo>
                  <a:pt x="2491382" y="3219610"/>
                </a:moveTo>
                <a:lnTo>
                  <a:pt x="219933" y="3219610"/>
                </a:lnTo>
                <a:cubicBezTo>
                  <a:pt x="97946" y="3219610"/>
                  <a:pt x="0" y="3120806"/>
                  <a:pt x="0" y="2999748"/>
                </a:cubicBezTo>
                <a:lnTo>
                  <a:pt x="0" y="219863"/>
                </a:lnTo>
                <a:cubicBezTo>
                  <a:pt x="0" y="97915"/>
                  <a:pt x="98836" y="0"/>
                  <a:pt x="219933" y="0"/>
                </a:cubicBezTo>
                <a:lnTo>
                  <a:pt x="2491382" y="0"/>
                </a:lnTo>
                <a:cubicBezTo>
                  <a:pt x="2613369" y="0"/>
                  <a:pt x="2711315" y="98805"/>
                  <a:pt x="2711315" y="219863"/>
                </a:cubicBezTo>
                <a:lnTo>
                  <a:pt x="2711315" y="2998857"/>
                </a:lnTo>
                <a:cubicBezTo>
                  <a:pt x="2712205" y="3120806"/>
                  <a:pt x="2613369" y="3219610"/>
                  <a:pt x="2491382" y="3219610"/>
                </a:cubicBezTo>
                <a:close/>
              </a:path>
            </a:pathLst>
          </a:custGeom>
          <a:solidFill>
            <a:schemeClr val="bg2"/>
          </a:solidFill>
          <a:ln w="2540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BR" dirty="0">
              <a:latin typeface="Raleway" pitchFamily="2" charset="0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73D2077-3B63-7C43-9DB7-FFC89789FBAF}"/>
              </a:ext>
            </a:extLst>
          </p:cNvPr>
          <p:cNvSpPr/>
          <p:nvPr/>
        </p:nvSpPr>
        <p:spPr>
          <a:xfrm>
            <a:off x="946288" y="1934197"/>
            <a:ext cx="1533295" cy="322228"/>
          </a:xfrm>
          <a:custGeom>
            <a:avLst/>
            <a:gdLst>
              <a:gd name="connsiteX0" fmla="*/ 1372130 w 1533295"/>
              <a:gd name="connsiteY0" fmla="*/ 322228 h 322228"/>
              <a:gd name="connsiteX1" fmla="*/ 161165 w 1533295"/>
              <a:gd name="connsiteY1" fmla="*/ 322228 h 322228"/>
              <a:gd name="connsiteX2" fmla="*/ 0 w 1533295"/>
              <a:gd name="connsiteY2" fmla="*/ 161114 h 322228"/>
              <a:gd name="connsiteX3" fmla="*/ 0 w 1533295"/>
              <a:gd name="connsiteY3" fmla="*/ 161114 h 322228"/>
              <a:gd name="connsiteX4" fmla="*/ 161165 w 1533295"/>
              <a:gd name="connsiteY4" fmla="*/ 0 h 322228"/>
              <a:gd name="connsiteX5" fmla="*/ 1372130 w 1533295"/>
              <a:gd name="connsiteY5" fmla="*/ 0 h 322228"/>
              <a:gd name="connsiteX6" fmla="*/ 1533295 w 1533295"/>
              <a:gd name="connsiteY6" fmla="*/ 161114 h 322228"/>
              <a:gd name="connsiteX7" fmla="*/ 1533295 w 1533295"/>
              <a:gd name="connsiteY7" fmla="*/ 161114 h 322228"/>
              <a:gd name="connsiteX8" fmla="*/ 1372130 w 1533295"/>
              <a:gd name="connsiteY8" fmla="*/ 322228 h 322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33295" h="322228">
                <a:moveTo>
                  <a:pt x="1372130" y="322228"/>
                </a:moveTo>
                <a:lnTo>
                  <a:pt x="161165" y="322228"/>
                </a:lnTo>
                <a:cubicBezTo>
                  <a:pt x="72124" y="322228"/>
                  <a:pt x="0" y="250127"/>
                  <a:pt x="0" y="161114"/>
                </a:cubicBezTo>
                <a:lnTo>
                  <a:pt x="0" y="161114"/>
                </a:lnTo>
                <a:cubicBezTo>
                  <a:pt x="0" y="72101"/>
                  <a:pt x="72124" y="0"/>
                  <a:pt x="161165" y="0"/>
                </a:cubicBezTo>
                <a:lnTo>
                  <a:pt x="1372130" y="0"/>
                </a:lnTo>
                <a:cubicBezTo>
                  <a:pt x="1461172" y="0"/>
                  <a:pt x="1533295" y="72101"/>
                  <a:pt x="1533295" y="161114"/>
                </a:cubicBezTo>
                <a:lnTo>
                  <a:pt x="1533295" y="161114"/>
                </a:lnTo>
                <a:cubicBezTo>
                  <a:pt x="1533295" y="250127"/>
                  <a:pt x="1461172" y="322228"/>
                  <a:pt x="1372130" y="322228"/>
                </a:cubicBezTo>
                <a:close/>
              </a:path>
            </a:pathLst>
          </a:custGeom>
          <a:solidFill>
            <a:schemeClr val="accent1"/>
          </a:solidFill>
          <a:ln w="8897" cap="flat">
            <a:noFill/>
            <a:prstDash val="solid"/>
            <a:miter/>
          </a:ln>
        </p:spPr>
        <p:txBody>
          <a:bodyPr rtlCol="0" anchor="ctr"/>
          <a:lstStyle/>
          <a:p>
            <a:endParaRPr lang="en-BR" dirty="0">
              <a:latin typeface="Raleway" pitchFamily="2" charset="0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D558BFC7-CA51-8741-9DDE-AF421CE034D5}"/>
              </a:ext>
            </a:extLst>
          </p:cNvPr>
          <p:cNvSpPr/>
          <p:nvPr/>
        </p:nvSpPr>
        <p:spPr>
          <a:xfrm>
            <a:off x="3845908" y="5177747"/>
            <a:ext cx="1533295" cy="322228"/>
          </a:xfrm>
          <a:custGeom>
            <a:avLst/>
            <a:gdLst>
              <a:gd name="connsiteX0" fmla="*/ 1372130 w 1533295"/>
              <a:gd name="connsiteY0" fmla="*/ 322228 h 322228"/>
              <a:gd name="connsiteX1" fmla="*/ 161165 w 1533295"/>
              <a:gd name="connsiteY1" fmla="*/ 322228 h 322228"/>
              <a:gd name="connsiteX2" fmla="*/ 0 w 1533295"/>
              <a:gd name="connsiteY2" fmla="*/ 161114 h 322228"/>
              <a:gd name="connsiteX3" fmla="*/ 0 w 1533295"/>
              <a:gd name="connsiteY3" fmla="*/ 161114 h 322228"/>
              <a:gd name="connsiteX4" fmla="*/ 161165 w 1533295"/>
              <a:gd name="connsiteY4" fmla="*/ 0 h 322228"/>
              <a:gd name="connsiteX5" fmla="*/ 1372130 w 1533295"/>
              <a:gd name="connsiteY5" fmla="*/ 0 h 322228"/>
              <a:gd name="connsiteX6" fmla="*/ 1533295 w 1533295"/>
              <a:gd name="connsiteY6" fmla="*/ 161114 h 322228"/>
              <a:gd name="connsiteX7" fmla="*/ 1533295 w 1533295"/>
              <a:gd name="connsiteY7" fmla="*/ 161114 h 322228"/>
              <a:gd name="connsiteX8" fmla="*/ 1372130 w 1533295"/>
              <a:gd name="connsiteY8" fmla="*/ 322228 h 322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33295" h="322228">
                <a:moveTo>
                  <a:pt x="1372130" y="322228"/>
                </a:moveTo>
                <a:lnTo>
                  <a:pt x="161165" y="322228"/>
                </a:lnTo>
                <a:cubicBezTo>
                  <a:pt x="72123" y="322228"/>
                  <a:pt x="0" y="250127"/>
                  <a:pt x="0" y="161114"/>
                </a:cubicBezTo>
                <a:lnTo>
                  <a:pt x="0" y="161114"/>
                </a:lnTo>
                <a:cubicBezTo>
                  <a:pt x="0" y="72101"/>
                  <a:pt x="72123" y="0"/>
                  <a:pt x="161165" y="0"/>
                </a:cubicBezTo>
                <a:lnTo>
                  <a:pt x="1372130" y="0"/>
                </a:lnTo>
                <a:cubicBezTo>
                  <a:pt x="1461171" y="0"/>
                  <a:pt x="1533295" y="72101"/>
                  <a:pt x="1533295" y="161114"/>
                </a:cubicBezTo>
                <a:lnTo>
                  <a:pt x="1533295" y="161114"/>
                </a:lnTo>
                <a:cubicBezTo>
                  <a:pt x="1533295" y="250127"/>
                  <a:pt x="1461171" y="322228"/>
                  <a:pt x="1372130" y="322228"/>
                </a:cubicBezTo>
                <a:close/>
              </a:path>
            </a:pathLst>
          </a:custGeom>
          <a:solidFill>
            <a:schemeClr val="accent2"/>
          </a:solidFill>
          <a:ln w="8897" cap="flat">
            <a:noFill/>
            <a:prstDash val="solid"/>
            <a:miter/>
          </a:ln>
        </p:spPr>
        <p:txBody>
          <a:bodyPr rtlCol="0" anchor="ctr"/>
          <a:lstStyle/>
          <a:p>
            <a:endParaRPr lang="en-BR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0276FFE-30AD-8E42-80BF-FCB7E4D53268}"/>
              </a:ext>
            </a:extLst>
          </p:cNvPr>
          <p:cNvSpPr/>
          <p:nvPr/>
        </p:nvSpPr>
        <p:spPr>
          <a:xfrm>
            <a:off x="1379919" y="1153552"/>
            <a:ext cx="666030" cy="665819"/>
          </a:xfrm>
          <a:custGeom>
            <a:avLst/>
            <a:gdLst>
              <a:gd name="connsiteX0" fmla="*/ 666031 w 666030"/>
              <a:gd name="connsiteY0" fmla="*/ 332910 h 665819"/>
              <a:gd name="connsiteX1" fmla="*/ 333015 w 666030"/>
              <a:gd name="connsiteY1" fmla="*/ 665819 h 665819"/>
              <a:gd name="connsiteX2" fmla="*/ 0 w 666030"/>
              <a:gd name="connsiteY2" fmla="*/ 332910 h 665819"/>
              <a:gd name="connsiteX3" fmla="*/ 333015 w 666030"/>
              <a:gd name="connsiteY3" fmla="*/ 0 h 665819"/>
              <a:gd name="connsiteX4" fmla="*/ 666031 w 666030"/>
              <a:gd name="connsiteY4" fmla="*/ 332910 h 665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6030" h="665819">
                <a:moveTo>
                  <a:pt x="666031" y="332910"/>
                </a:moveTo>
                <a:cubicBezTo>
                  <a:pt x="666031" y="516771"/>
                  <a:pt x="516935" y="665819"/>
                  <a:pt x="333015" y="665819"/>
                </a:cubicBezTo>
                <a:cubicBezTo>
                  <a:pt x="149096" y="665819"/>
                  <a:pt x="0" y="516771"/>
                  <a:pt x="0" y="332910"/>
                </a:cubicBezTo>
                <a:cubicBezTo>
                  <a:pt x="0" y="149049"/>
                  <a:pt x="149096" y="0"/>
                  <a:pt x="333015" y="0"/>
                </a:cubicBezTo>
                <a:cubicBezTo>
                  <a:pt x="516935" y="0"/>
                  <a:pt x="666031" y="149049"/>
                  <a:pt x="666031" y="332910"/>
                </a:cubicBezTo>
                <a:close/>
              </a:path>
            </a:pathLst>
          </a:custGeom>
          <a:solidFill>
            <a:schemeClr val="accent1"/>
          </a:solidFill>
          <a:ln w="8897" cap="flat">
            <a:noFill/>
            <a:prstDash val="solid"/>
            <a:miter/>
          </a:ln>
        </p:spPr>
        <p:txBody>
          <a:bodyPr rtlCol="0" anchor="ctr"/>
          <a:lstStyle/>
          <a:p>
            <a:endParaRPr lang="en-BR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42B84D7-A05D-204C-ABD3-BD98FE801C9C}"/>
              </a:ext>
            </a:extLst>
          </p:cNvPr>
          <p:cNvSpPr/>
          <p:nvPr/>
        </p:nvSpPr>
        <p:spPr>
          <a:xfrm>
            <a:off x="4300484" y="5663603"/>
            <a:ext cx="666030" cy="665819"/>
          </a:xfrm>
          <a:custGeom>
            <a:avLst/>
            <a:gdLst>
              <a:gd name="connsiteX0" fmla="*/ 666031 w 666030"/>
              <a:gd name="connsiteY0" fmla="*/ 332910 h 665819"/>
              <a:gd name="connsiteX1" fmla="*/ 333015 w 666030"/>
              <a:gd name="connsiteY1" fmla="*/ 665820 h 665819"/>
              <a:gd name="connsiteX2" fmla="*/ 0 w 666030"/>
              <a:gd name="connsiteY2" fmla="*/ 332910 h 665819"/>
              <a:gd name="connsiteX3" fmla="*/ 333015 w 666030"/>
              <a:gd name="connsiteY3" fmla="*/ 0 h 665819"/>
              <a:gd name="connsiteX4" fmla="*/ 666031 w 666030"/>
              <a:gd name="connsiteY4" fmla="*/ 332910 h 665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6030" h="665819">
                <a:moveTo>
                  <a:pt x="666031" y="332910"/>
                </a:moveTo>
                <a:cubicBezTo>
                  <a:pt x="666031" y="516771"/>
                  <a:pt x="516935" y="665820"/>
                  <a:pt x="333015" y="665820"/>
                </a:cubicBezTo>
                <a:cubicBezTo>
                  <a:pt x="149096" y="665820"/>
                  <a:pt x="0" y="516771"/>
                  <a:pt x="0" y="332910"/>
                </a:cubicBezTo>
                <a:cubicBezTo>
                  <a:pt x="0" y="149049"/>
                  <a:pt x="149096" y="0"/>
                  <a:pt x="333015" y="0"/>
                </a:cubicBezTo>
                <a:cubicBezTo>
                  <a:pt x="516935" y="0"/>
                  <a:pt x="666031" y="149049"/>
                  <a:pt x="666031" y="332910"/>
                </a:cubicBezTo>
                <a:close/>
              </a:path>
            </a:pathLst>
          </a:custGeom>
          <a:solidFill>
            <a:schemeClr val="accent2"/>
          </a:solidFill>
          <a:ln w="8897" cap="flat">
            <a:noFill/>
            <a:prstDash val="solid"/>
            <a:miter/>
          </a:ln>
        </p:spPr>
        <p:txBody>
          <a:bodyPr rtlCol="0" anchor="ctr"/>
          <a:lstStyle/>
          <a:p>
            <a:endParaRPr lang="en-BR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24F1B89D-47C9-9843-A8A4-BF7BD8C80F7F}"/>
              </a:ext>
            </a:extLst>
          </p:cNvPr>
          <p:cNvSpPr/>
          <p:nvPr/>
        </p:nvSpPr>
        <p:spPr>
          <a:xfrm>
            <a:off x="6198398" y="2091750"/>
            <a:ext cx="2711320" cy="3218720"/>
          </a:xfrm>
          <a:custGeom>
            <a:avLst/>
            <a:gdLst>
              <a:gd name="connsiteX0" fmla="*/ 2491382 w 2711320"/>
              <a:gd name="connsiteY0" fmla="*/ 3218720 h 3218720"/>
              <a:gd name="connsiteX1" fmla="*/ 219933 w 2711320"/>
              <a:gd name="connsiteY1" fmla="*/ 3218720 h 3218720"/>
              <a:gd name="connsiteX2" fmla="*/ 0 w 2711320"/>
              <a:gd name="connsiteY2" fmla="*/ 2998857 h 3218720"/>
              <a:gd name="connsiteX3" fmla="*/ 0 w 2711320"/>
              <a:gd name="connsiteY3" fmla="*/ 219863 h 3218720"/>
              <a:gd name="connsiteX4" fmla="*/ 219933 w 2711320"/>
              <a:gd name="connsiteY4" fmla="*/ 0 h 3218720"/>
              <a:gd name="connsiteX5" fmla="*/ 2491382 w 2711320"/>
              <a:gd name="connsiteY5" fmla="*/ 0 h 3218720"/>
              <a:gd name="connsiteX6" fmla="*/ 2711315 w 2711320"/>
              <a:gd name="connsiteY6" fmla="*/ 219863 h 3218720"/>
              <a:gd name="connsiteX7" fmla="*/ 2711315 w 2711320"/>
              <a:gd name="connsiteY7" fmla="*/ 2998857 h 3218720"/>
              <a:gd name="connsiteX8" fmla="*/ 2491382 w 2711320"/>
              <a:gd name="connsiteY8" fmla="*/ 3218720 h 3218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11320" h="3218720">
                <a:moveTo>
                  <a:pt x="2491382" y="3218720"/>
                </a:moveTo>
                <a:lnTo>
                  <a:pt x="219933" y="3218720"/>
                </a:lnTo>
                <a:cubicBezTo>
                  <a:pt x="97946" y="3218720"/>
                  <a:pt x="0" y="3119915"/>
                  <a:pt x="0" y="2998857"/>
                </a:cubicBezTo>
                <a:lnTo>
                  <a:pt x="0" y="219863"/>
                </a:lnTo>
                <a:cubicBezTo>
                  <a:pt x="0" y="97915"/>
                  <a:pt x="98836" y="0"/>
                  <a:pt x="219933" y="0"/>
                </a:cubicBezTo>
                <a:lnTo>
                  <a:pt x="2491382" y="0"/>
                </a:lnTo>
                <a:cubicBezTo>
                  <a:pt x="2613369" y="0"/>
                  <a:pt x="2711315" y="98805"/>
                  <a:pt x="2711315" y="219863"/>
                </a:cubicBezTo>
                <a:lnTo>
                  <a:pt x="2711315" y="2998857"/>
                </a:lnTo>
                <a:cubicBezTo>
                  <a:pt x="2712205" y="3120806"/>
                  <a:pt x="2613369" y="3218720"/>
                  <a:pt x="2491382" y="3218720"/>
                </a:cubicBezTo>
                <a:close/>
              </a:path>
            </a:pathLst>
          </a:custGeom>
          <a:solidFill>
            <a:schemeClr val="bg2"/>
          </a:solidFill>
          <a:ln w="2540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R" dirty="0">
              <a:latin typeface="Raleway" pitchFamily="2" charset="0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08289802-40A1-764C-B018-00CA9F4BBA30}"/>
              </a:ext>
            </a:extLst>
          </p:cNvPr>
          <p:cNvSpPr/>
          <p:nvPr/>
        </p:nvSpPr>
        <p:spPr>
          <a:xfrm>
            <a:off x="8970838" y="2119251"/>
            <a:ext cx="2711320" cy="3219610"/>
          </a:xfrm>
          <a:custGeom>
            <a:avLst/>
            <a:gdLst>
              <a:gd name="connsiteX0" fmla="*/ 2491383 w 2711320"/>
              <a:gd name="connsiteY0" fmla="*/ 3219610 h 3219610"/>
              <a:gd name="connsiteX1" fmla="*/ 219933 w 2711320"/>
              <a:gd name="connsiteY1" fmla="*/ 3219610 h 3219610"/>
              <a:gd name="connsiteX2" fmla="*/ 0 w 2711320"/>
              <a:gd name="connsiteY2" fmla="*/ 2999748 h 3219610"/>
              <a:gd name="connsiteX3" fmla="*/ 0 w 2711320"/>
              <a:gd name="connsiteY3" fmla="*/ 219863 h 3219610"/>
              <a:gd name="connsiteX4" fmla="*/ 219933 w 2711320"/>
              <a:gd name="connsiteY4" fmla="*/ 0 h 3219610"/>
              <a:gd name="connsiteX5" fmla="*/ 2491383 w 2711320"/>
              <a:gd name="connsiteY5" fmla="*/ 0 h 3219610"/>
              <a:gd name="connsiteX6" fmla="*/ 2711315 w 2711320"/>
              <a:gd name="connsiteY6" fmla="*/ 219863 h 3219610"/>
              <a:gd name="connsiteX7" fmla="*/ 2711315 w 2711320"/>
              <a:gd name="connsiteY7" fmla="*/ 2998857 h 3219610"/>
              <a:gd name="connsiteX8" fmla="*/ 2491383 w 2711320"/>
              <a:gd name="connsiteY8" fmla="*/ 3219610 h 3219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11320" h="3219610">
                <a:moveTo>
                  <a:pt x="2491383" y="3219610"/>
                </a:moveTo>
                <a:lnTo>
                  <a:pt x="219933" y="3219610"/>
                </a:lnTo>
                <a:cubicBezTo>
                  <a:pt x="97946" y="3219610"/>
                  <a:pt x="0" y="3120806"/>
                  <a:pt x="0" y="2999748"/>
                </a:cubicBezTo>
                <a:lnTo>
                  <a:pt x="0" y="219863"/>
                </a:lnTo>
                <a:cubicBezTo>
                  <a:pt x="0" y="97915"/>
                  <a:pt x="98836" y="0"/>
                  <a:pt x="219933" y="0"/>
                </a:cubicBezTo>
                <a:lnTo>
                  <a:pt x="2491383" y="0"/>
                </a:lnTo>
                <a:cubicBezTo>
                  <a:pt x="2613369" y="0"/>
                  <a:pt x="2711315" y="98805"/>
                  <a:pt x="2711315" y="219863"/>
                </a:cubicBezTo>
                <a:lnTo>
                  <a:pt x="2711315" y="2998857"/>
                </a:lnTo>
                <a:cubicBezTo>
                  <a:pt x="2712205" y="3120806"/>
                  <a:pt x="2613369" y="3219610"/>
                  <a:pt x="2491383" y="3219610"/>
                </a:cubicBezTo>
                <a:close/>
              </a:path>
            </a:pathLst>
          </a:custGeom>
          <a:solidFill>
            <a:schemeClr val="bg2"/>
          </a:solidFill>
          <a:ln w="2540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BR" dirty="0">
              <a:latin typeface="Raleway" pitchFamily="2" charset="0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4D1D6135-A768-B44D-9231-01CBBD58A1D9}"/>
              </a:ext>
            </a:extLst>
          </p:cNvPr>
          <p:cNvSpPr/>
          <p:nvPr/>
        </p:nvSpPr>
        <p:spPr>
          <a:xfrm>
            <a:off x="6787412" y="1934197"/>
            <a:ext cx="1533295" cy="322228"/>
          </a:xfrm>
          <a:custGeom>
            <a:avLst/>
            <a:gdLst>
              <a:gd name="connsiteX0" fmla="*/ 1372130 w 1533295"/>
              <a:gd name="connsiteY0" fmla="*/ 322228 h 322228"/>
              <a:gd name="connsiteX1" fmla="*/ 161165 w 1533295"/>
              <a:gd name="connsiteY1" fmla="*/ 322228 h 322228"/>
              <a:gd name="connsiteX2" fmla="*/ 0 w 1533295"/>
              <a:gd name="connsiteY2" fmla="*/ 161114 h 322228"/>
              <a:gd name="connsiteX3" fmla="*/ 0 w 1533295"/>
              <a:gd name="connsiteY3" fmla="*/ 161114 h 322228"/>
              <a:gd name="connsiteX4" fmla="*/ 161165 w 1533295"/>
              <a:gd name="connsiteY4" fmla="*/ 0 h 322228"/>
              <a:gd name="connsiteX5" fmla="*/ 1372130 w 1533295"/>
              <a:gd name="connsiteY5" fmla="*/ 0 h 322228"/>
              <a:gd name="connsiteX6" fmla="*/ 1533295 w 1533295"/>
              <a:gd name="connsiteY6" fmla="*/ 161114 h 322228"/>
              <a:gd name="connsiteX7" fmla="*/ 1533295 w 1533295"/>
              <a:gd name="connsiteY7" fmla="*/ 161114 h 322228"/>
              <a:gd name="connsiteX8" fmla="*/ 1372130 w 1533295"/>
              <a:gd name="connsiteY8" fmla="*/ 322228 h 322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33295" h="322228">
                <a:moveTo>
                  <a:pt x="1372130" y="322228"/>
                </a:moveTo>
                <a:lnTo>
                  <a:pt x="161165" y="322228"/>
                </a:lnTo>
                <a:cubicBezTo>
                  <a:pt x="72123" y="322228"/>
                  <a:pt x="0" y="250127"/>
                  <a:pt x="0" y="161114"/>
                </a:cubicBezTo>
                <a:lnTo>
                  <a:pt x="0" y="161114"/>
                </a:lnTo>
                <a:cubicBezTo>
                  <a:pt x="0" y="72101"/>
                  <a:pt x="72123" y="0"/>
                  <a:pt x="161165" y="0"/>
                </a:cubicBezTo>
                <a:lnTo>
                  <a:pt x="1372130" y="0"/>
                </a:lnTo>
                <a:cubicBezTo>
                  <a:pt x="1461171" y="0"/>
                  <a:pt x="1533295" y="72101"/>
                  <a:pt x="1533295" y="161114"/>
                </a:cubicBezTo>
                <a:lnTo>
                  <a:pt x="1533295" y="161114"/>
                </a:lnTo>
                <a:cubicBezTo>
                  <a:pt x="1533295" y="250127"/>
                  <a:pt x="1461171" y="322228"/>
                  <a:pt x="1372130" y="322228"/>
                </a:cubicBezTo>
                <a:close/>
              </a:path>
            </a:pathLst>
          </a:custGeom>
          <a:solidFill>
            <a:schemeClr val="accent3"/>
          </a:solidFill>
          <a:ln w="8897" cap="flat">
            <a:noFill/>
            <a:prstDash val="solid"/>
            <a:miter/>
          </a:ln>
        </p:spPr>
        <p:txBody>
          <a:bodyPr rtlCol="0" anchor="ctr"/>
          <a:lstStyle/>
          <a:p>
            <a:endParaRPr lang="en-BR" dirty="0">
              <a:latin typeface="Raleway" pitchFamily="2" charset="0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081A4CE2-F30D-F04C-AE2D-DAA191C6B5B9}"/>
              </a:ext>
            </a:extLst>
          </p:cNvPr>
          <p:cNvSpPr/>
          <p:nvPr/>
        </p:nvSpPr>
        <p:spPr>
          <a:xfrm>
            <a:off x="9598468" y="5149495"/>
            <a:ext cx="1533295" cy="322228"/>
          </a:xfrm>
          <a:custGeom>
            <a:avLst/>
            <a:gdLst>
              <a:gd name="connsiteX0" fmla="*/ 1372131 w 1533295"/>
              <a:gd name="connsiteY0" fmla="*/ 322228 h 322228"/>
              <a:gd name="connsiteX1" fmla="*/ 161166 w 1533295"/>
              <a:gd name="connsiteY1" fmla="*/ 322228 h 322228"/>
              <a:gd name="connsiteX2" fmla="*/ 0 w 1533295"/>
              <a:gd name="connsiteY2" fmla="*/ 161114 h 322228"/>
              <a:gd name="connsiteX3" fmla="*/ 0 w 1533295"/>
              <a:gd name="connsiteY3" fmla="*/ 161114 h 322228"/>
              <a:gd name="connsiteX4" fmla="*/ 161166 w 1533295"/>
              <a:gd name="connsiteY4" fmla="*/ 0 h 322228"/>
              <a:gd name="connsiteX5" fmla="*/ 1372131 w 1533295"/>
              <a:gd name="connsiteY5" fmla="*/ 0 h 322228"/>
              <a:gd name="connsiteX6" fmla="*/ 1533296 w 1533295"/>
              <a:gd name="connsiteY6" fmla="*/ 161114 h 322228"/>
              <a:gd name="connsiteX7" fmla="*/ 1533296 w 1533295"/>
              <a:gd name="connsiteY7" fmla="*/ 161114 h 322228"/>
              <a:gd name="connsiteX8" fmla="*/ 1372131 w 1533295"/>
              <a:gd name="connsiteY8" fmla="*/ 322228 h 322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33295" h="322228">
                <a:moveTo>
                  <a:pt x="1372131" y="322228"/>
                </a:moveTo>
                <a:lnTo>
                  <a:pt x="161166" y="322228"/>
                </a:lnTo>
                <a:cubicBezTo>
                  <a:pt x="72125" y="322228"/>
                  <a:pt x="0" y="250127"/>
                  <a:pt x="0" y="161114"/>
                </a:cubicBezTo>
                <a:lnTo>
                  <a:pt x="0" y="161114"/>
                </a:lnTo>
                <a:cubicBezTo>
                  <a:pt x="0" y="72101"/>
                  <a:pt x="72125" y="0"/>
                  <a:pt x="161166" y="0"/>
                </a:cubicBezTo>
                <a:lnTo>
                  <a:pt x="1372131" y="0"/>
                </a:lnTo>
                <a:cubicBezTo>
                  <a:pt x="1461172" y="0"/>
                  <a:pt x="1533296" y="72101"/>
                  <a:pt x="1533296" y="161114"/>
                </a:cubicBezTo>
                <a:lnTo>
                  <a:pt x="1533296" y="161114"/>
                </a:lnTo>
                <a:cubicBezTo>
                  <a:pt x="1533296" y="250127"/>
                  <a:pt x="1461172" y="322228"/>
                  <a:pt x="1372131" y="322228"/>
                </a:cubicBezTo>
                <a:close/>
              </a:path>
            </a:pathLst>
          </a:custGeom>
          <a:solidFill>
            <a:schemeClr val="accent4"/>
          </a:solidFill>
          <a:ln w="8897" cap="flat">
            <a:noFill/>
            <a:prstDash val="solid"/>
            <a:miter/>
          </a:ln>
        </p:spPr>
        <p:txBody>
          <a:bodyPr rtlCol="0" anchor="ctr"/>
          <a:lstStyle/>
          <a:p>
            <a:endParaRPr lang="en-BR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CCDEA08E-BCC6-EB4D-8E77-B390D586FB76}"/>
              </a:ext>
            </a:extLst>
          </p:cNvPr>
          <p:cNvSpPr/>
          <p:nvPr/>
        </p:nvSpPr>
        <p:spPr>
          <a:xfrm>
            <a:off x="7221043" y="1153552"/>
            <a:ext cx="666030" cy="665819"/>
          </a:xfrm>
          <a:custGeom>
            <a:avLst/>
            <a:gdLst>
              <a:gd name="connsiteX0" fmla="*/ 666031 w 666030"/>
              <a:gd name="connsiteY0" fmla="*/ 332910 h 665819"/>
              <a:gd name="connsiteX1" fmla="*/ 333015 w 666030"/>
              <a:gd name="connsiteY1" fmla="*/ 665819 h 665819"/>
              <a:gd name="connsiteX2" fmla="*/ 0 w 666030"/>
              <a:gd name="connsiteY2" fmla="*/ 332910 h 665819"/>
              <a:gd name="connsiteX3" fmla="*/ 333015 w 666030"/>
              <a:gd name="connsiteY3" fmla="*/ 0 h 665819"/>
              <a:gd name="connsiteX4" fmla="*/ 666031 w 666030"/>
              <a:gd name="connsiteY4" fmla="*/ 332910 h 665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6030" h="665819">
                <a:moveTo>
                  <a:pt x="666031" y="332910"/>
                </a:moveTo>
                <a:cubicBezTo>
                  <a:pt x="666031" y="516771"/>
                  <a:pt x="516935" y="665819"/>
                  <a:pt x="333015" y="665819"/>
                </a:cubicBezTo>
                <a:cubicBezTo>
                  <a:pt x="149096" y="665819"/>
                  <a:pt x="0" y="516771"/>
                  <a:pt x="0" y="332910"/>
                </a:cubicBezTo>
                <a:cubicBezTo>
                  <a:pt x="0" y="149049"/>
                  <a:pt x="149096" y="0"/>
                  <a:pt x="333015" y="0"/>
                </a:cubicBezTo>
                <a:cubicBezTo>
                  <a:pt x="516935" y="0"/>
                  <a:pt x="666031" y="149049"/>
                  <a:pt x="666031" y="332910"/>
                </a:cubicBezTo>
                <a:close/>
              </a:path>
            </a:pathLst>
          </a:custGeom>
          <a:solidFill>
            <a:schemeClr val="accent3"/>
          </a:solidFill>
          <a:ln w="8897" cap="flat">
            <a:noFill/>
            <a:prstDash val="solid"/>
            <a:miter/>
          </a:ln>
        </p:spPr>
        <p:txBody>
          <a:bodyPr rtlCol="0" anchor="ctr"/>
          <a:lstStyle/>
          <a:p>
            <a:endParaRPr lang="en-BR" dirty="0">
              <a:latin typeface="Raleway" pitchFamily="2" charset="0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935D461-4D4C-E345-84DC-1F1C8AA96DDB}"/>
              </a:ext>
            </a:extLst>
          </p:cNvPr>
          <p:cNvSpPr/>
          <p:nvPr/>
        </p:nvSpPr>
        <p:spPr>
          <a:xfrm>
            <a:off x="10032100" y="5614120"/>
            <a:ext cx="666030" cy="665819"/>
          </a:xfrm>
          <a:custGeom>
            <a:avLst/>
            <a:gdLst>
              <a:gd name="connsiteX0" fmla="*/ 666030 w 666030"/>
              <a:gd name="connsiteY0" fmla="*/ 332910 h 665819"/>
              <a:gd name="connsiteX1" fmla="*/ 333015 w 666030"/>
              <a:gd name="connsiteY1" fmla="*/ 665820 h 665819"/>
              <a:gd name="connsiteX2" fmla="*/ -1 w 666030"/>
              <a:gd name="connsiteY2" fmla="*/ 332910 h 665819"/>
              <a:gd name="connsiteX3" fmla="*/ 333015 w 666030"/>
              <a:gd name="connsiteY3" fmla="*/ 0 h 665819"/>
              <a:gd name="connsiteX4" fmla="*/ 666030 w 666030"/>
              <a:gd name="connsiteY4" fmla="*/ 332910 h 665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6030" h="665819">
                <a:moveTo>
                  <a:pt x="666030" y="332910"/>
                </a:moveTo>
                <a:cubicBezTo>
                  <a:pt x="666030" y="516771"/>
                  <a:pt x="516935" y="665820"/>
                  <a:pt x="333015" y="665820"/>
                </a:cubicBezTo>
                <a:cubicBezTo>
                  <a:pt x="149096" y="665820"/>
                  <a:pt x="-1" y="516771"/>
                  <a:pt x="-1" y="332910"/>
                </a:cubicBezTo>
                <a:cubicBezTo>
                  <a:pt x="-1" y="149049"/>
                  <a:pt x="149095" y="0"/>
                  <a:pt x="333015" y="0"/>
                </a:cubicBezTo>
                <a:cubicBezTo>
                  <a:pt x="516933" y="0"/>
                  <a:pt x="666030" y="149049"/>
                  <a:pt x="666030" y="332910"/>
                </a:cubicBezTo>
                <a:close/>
              </a:path>
            </a:pathLst>
          </a:custGeom>
          <a:solidFill>
            <a:schemeClr val="accent4"/>
          </a:solidFill>
          <a:ln w="8897" cap="flat">
            <a:noFill/>
            <a:prstDash val="solid"/>
            <a:miter/>
          </a:ln>
        </p:spPr>
        <p:txBody>
          <a:bodyPr rtlCol="0" anchor="ctr"/>
          <a:lstStyle/>
          <a:p>
            <a:endParaRPr lang="en-BR" dirty="0">
              <a:latin typeface="Raleway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C4E000-7742-644B-8B57-7A325DA04FE9}"/>
              </a:ext>
            </a:extLst>
          </p:cNvPr>
          <p:cNvSpPr txBox="1"/>
          <p:nvPr/>
        </p:nvSpPr>
        <p:spPr>
          <a:xfrm>
            <a:off x="1387658" y="1301795"/>
            <a:ext cx="65055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Raleway" pitchFamily="2" charset="0"/>
                <a:cs typeface="Segoe UI" panose="020B0502040204020203" pitchFamily="34" charset="0"/>
              </a:rPr>
              <a:t>P1</a:t>
            </a:r>
            <a:endParaRPr lang="en-BR" b="1" dirty="0">
              <a:solidFill>
                <a:schemeClr val="bg1"/>
              </a:solidFill>
              <a:latin typeface="Raleway" pitchFamily="2" charset="0"/>
              <a:cs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C1CC88-C7BF-D943-B098-C3BAD692B53F}"/>
              </a:ext>
            </a:extLst>
          </p:cNvPr>
          <p:cNvSpPr txBox="1"/>
          <p:nvPr/>
        </p:nvSpPr>
        <p:spPr>
          <a:xfrm>
            <a:off x="1079061" y="1938587"/>
            <a:ext cx="1267749" cy="307777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Raleway" pitchFamily="2" charset="0"/>
                <a:cs typeface="Segoe UI" panose="020B0502040204020203" pitchFamily="34" charset="0"/>
              </a:rPr>
              <a:t>FILOSOFIA</a:t>
            </a:r>
            <a:endParaRPr lang="en-BR" sz="1400" b="1" dirty="0">
              <a:solidFill>
                <a:schemeClr val="bg1"/>
              </a:solidFill>
              <a:latin typeface="Raleway" pitchFamily="2" charset="0"/>
              <a:cs typeface="Segoe UI" panose="020B05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26906C-977A-F045-B9DA-A92A2D670747}"/>
              </a:ext>
            </a:extLst>
          </p:cNvPr>
          <p:cNvSpPr txBox="1"/>
          <p:nvPr/>
        </p:nvSpPr>
        <p:spPr>
          <a:xfrm>
            <a:off x="3978681" y="5234422"/>
            <a:ext cx="1267749" cy="215444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Raleway" pitchFamily="2" charset="0"/>
                <a:cs typeface="Segoe UI" panose="020B0502040204020203" pitchFamily="34" charset="0"/>
              </a:rPr>
              <a:t>CRITERIOS</a:t>
            </a:r>
            <a:endParaRPr lang="en-BR" sz="1400" b="1" dirty="0">
              <a:solidFill>
                <a:schemeClr val="bg1"/>
              </a:solidFill>
              <a:latin typeface="Raleway" pitchFamily="2" charset="0"/>
              <a:cs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77D699-DDAA-C449-A36B-2309A37E9911}"/>
              </a:ext>
            </a:extLst>
          </p:cNvPr>
          <p:cNvSpPr txBox="1"/>
          <p:nvPr/>
        </p:nvSpPr>
        <p:spPr>
          <a:xfrm>
            <a:off x="6920185" y="1984754"/>
            <a:ext cx="1267749" cy="215444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Raleway" pitchFamily="2" charset="0"/>
                <a:cs typeface="Segoe UI" panose="020B0502040204020203" pitchFamily="34" charset="0"/>
              </a:rPr>
              <a:t>GUIA</a:t>
            </a:r>
            <a:endParaRPr lang="en-BR" sz="1400" b="1" dirty="0">
              <a:solidFill>
                <a:schemeClr val="bg1"/>
              </a:solidFill>
              <a:latin typeface="Raleway" pitchFamily="2" charset="0"/>
              <a:cs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28A486-CF8E-9041-B882-453BE1DAB605}"/>
              </a:ext>
            </a:extLst>
          </p:cNvPr>
          <p:cNvSpPr txBox="1"/>
          <p:nvPr/>
        </p:nvSpPr>
        <p:spPr>
          <a:xfrm>
            <a:off x="9731241" y="5206170"/>
            <a:ext cx="1267749" cy="215444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Raleway" pitchFamily="2" charset="0"/>
                <a:cs typeface="Segoe UI" panose="020B0502040204020203" pitchFamily="34" charset="0"/>
              </a:rPr>
              <a:t>MADUREZ</a:t>
            </a:r>
            <a:endParaRPr lang="en-BR" sz="1400" b="1" dirty="0">
              <a:solidFill>
                <a:schemeClr val="bg1"/>
              </a:solidFill>
              <a:latin typeface="Raleway" pitchFamily="2" charset="0"/>
              <a:cs typeface="Segoe UI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8633C8-A834-8F43-91FA-34CFDC090100}"/>
              </a:ext>
            </a:extLst>
          </p:cNvPr>
          <p:cNvSpPr txBox="1"/>
          <p:nvPr/>
        </p:nvSpPr>
        <p:spPr>
          <a:xfrm>
            <a:off x="637241" y="3039093"/>
            <a:ext cx="2151386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MX" sz="2400" b="1" i="0" u="none" strike="noStrike" dirty="0">
                <a:solidFill>
                  <a:srgbClr val="1B1C1D"/>
                </a:solidFill>
                <a:effectLst/>
                <a:latin typeface="Raleway" pitchFamily="2" charset="0"/>
              </a:rPr>
              <a:t>Visión general y filosofía del Modelo</a:t>
            </a:r>
            <a:endParaRPr lang="en-IN" sz="2400" b="1" dirty="0">
              <a:solidFill>
                <a:schemeClr val="tx1">
                  <a:lumMod val="85000"/>
                  <a:lumOff val="15000"/>
                </a:schemeClr>
              </a:solidFill>
              <a:latin typeface="Raleway" pitchFamily="2" charset="0"/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4B0F64-6454-C44E-8642-6A0412F17602}"/>
              </a:ext>
            </a:extLst>
          </p:cNvPr>
          <p:cNvSpPr txBox="1"/>
          <p:nvPr/>
        </p:nvSpPr>
        <p:spPr>
          <a:xfrm>
            <a:off x="4308223" y="5811846"/>
            <a:ext cx="65055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Raleway" pitchFamily="2" charset="0"/>
                <a:cs typeface="Segoe UI" panose="020B0502040204020203" pitchFamily="34" charset="0"/>
              </a:rPr>
              <a:t>P2</a:t>
            </a:r>
            <a:endParaRPr lang="en-BR" b="1" dirty="0">
              <a:solidFill>
                <a:schemeClr val="bg1"/>
              </a:solidFill>
              <a:latin typeface="Raleway" pitchFamily="2" charset="0"/>
              <a:cs typeface="Segoe UI" panose="020B050204020402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A59AB2-9E9A-B44A-8E8A-A4E802B0BD03}"/>
              </a:ext>
            </a:extLst>
          </p:cNvPr>
          <p:cNvSpPr txBox="1"/>
          <p:nvPr/>
        </p:nvSpPr>
        <p:spPr>
          <a:xfrm>
            <a:off x="7228782" y="1301795"/>
            <a:ext cx="65055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P3</a:t>
            </a:r>
            <a:endParaRPr lang="en-BR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9E11B7-39FE-DB4E-9685-0FC54B207F60}"/>
              </a:ext>
            </a:extLst>
          </p:cNvPr>
          <p:cNvSpPr txBox="1"/>
          <p:nvPr/>
        </p:nvSpPr>
        <p:spPr>
          <a:xfrm>
            <a:off x="10039839" y="5762363"/>
            <a:ext cx="65055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P4</a:t>
            </a:r>
            <a:endParaRPr lang="en-BR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E20792-42DE-A94F-9668-545F8B3D19EA}"/>
              </a:ext>
            </a:extLst>
          </p:cNvPr>
          <p:cNvSpPr txBox="1"/>
          <p:nvPr/>
        </p:nvSpPr>
        <p:spPr>
          <a:xfrm>
            <a:off x="3583956" y="2777780"/>
            <a:ext cx="2151386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MX" sz="2400" b="1" i="0" u="none" strike="noStrike" dirty="0">
                <a:solidFill>
                  <a:srgbClr val="1B1C1D"/>
                </a:solidFill>
                <a:effectLst/>
                <a:latin typeface="Raleway" pitchFamily="2" charset="0"/>
              </a:rPr>
              <a:t>Dominios y Criterios de Evaluación (La Matriz de Puntuación)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Raleway" pitchFamily="2" charset="0"/>
              <a:cs typeface="Segoe UI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DE5B30F-B27A-234C-A698-E2DFB2E38E4F}"/>
              </a:ext>
            </a:extLst>
          </p:cNvPr>
          <p:cNvSpPr txBox="1"/>
          <p:nvPr/>
        </p:nvSpPr>
        <p:spPr>
          <a:xfrm>
            <a:off x="6478365" y="2860118"/>
            <a:ext cx="2151386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MX" sz="2400" b="1" i="0" u="none" strike="noStrike" dirty="0">
                <a:solidFill>
                  <a:srgbClr val="1B1C1D"/>
                </a:solidFill>
                <a:effectLst/>
                <a:latin typeface="Raleway" pitchFamily="2" charset="0"/>
              </a:rPr>
              <a:t>El Proceso de Certificación: Una Guía Paso a Paso para los Clientes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Raleway" pitchFamily="2" charset="0"/>
              <a:cs typeface="Segoe UI" panose="020B0502040204020203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9E1C7C-796F-EE40-9244-EDF9237596EE}"/>
              </a:ext>
            </a:extLst>
          </p:cNvPr>
          <p:cNvSpPr txBox="1"/>
          <p:nvPr/>
        </p:nvSpPr>
        <p:spPr>
          <a:xfrm>
            <a:off x="9289422" y="3229449"/>
            <a:ext cx="2151386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MX" sz="2400" b="1" i="0" u="none" strike="noStrike" dirty="0">
                <a:solidFill>
                  <a:srgbClr val="1B1C1D"/>
                </a:solidFill>
                <a:effectLst/>
                <a:latin typeface="Raleway" pitchFamily="2" charset="0"/>
              </a:rPr>
              <a:t>Puntuación y Niveles de Madurez</a:t>
            </a:r>
            <a:endParaRPr lang="en-BR" sz="2400" dirty="0">
              <a:solidFill>
                <a:schemeClr val="tx1">
                  <a:lumMod val="75000"/>
                  <a:lumOff val="25000"/>
                </a:schemeClr>
              </a:solidFill>
              <a:latin typeface="Raleway" pitchFamily="2" charset="0"/>
              <a:cs typeface="Segoe UI" panose="020B0502040204020203" pitchFamily="34" charset="0"/>
            </a:endParaRPr>
          </a:p>
        </p:txBody>
      </p:sp>
      <p:pic>
        <p:nvPicPr>
          <p:cNvPr id="37" name="Graphic 36" descr="Lightbulb with solid fill">
            <a:extLst>
              <a:ext uri="{FF2B5EF4-FFF2-40B4-BE49-F238E27FC236}">
                <a16:creationId xmlns:a16="http://schemas.microsoft.com/office/drawing/2014/main" id="{12B3F4D4-EC4A-9C40-9277-A4DCE1856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6460" y="1057901"/>
            <a:ext cx="974071" cy="974071"/>
          </a:xfrm>
          <a:prstGeom prst="rect">
            <a:avLst/>
          </a:prstGeom>
        </p:spPr>
      </p:pic>
      <p:pic>
        <p:nvPicPr>
          <p:cNvPr id="41" name="Graphic 40" descr="Marketing with solid fill">
            <a:extLst>
              <a:ext uri="{FF2B5EF4-FFF2-40B4-BE49-F238E27FC236}">
                <a16:creationId xmlns:a16="http://schemas.microsoft.com/office/drawing/2014/main" id="{D94CDD6E-F0C7-0F4C-BF91-583BF85CE5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54704" y="1072625"/>
            <a:ext cx="1075823" cy="1075823"/>
          </a:xfrm>
          <a:prstGeom prst="rect">
            <a:avLst/>
          </a:prstGeom>
        </p:spPr>
      </p:pic>
      <p:pic>
        <p:nvPicPr>
          <p:cNvPr id="43" name="Graphic 42" descr="Flask with solid fill">
            <a:extLst>
              <a:ext uri="{FF2B5EF4-FFF2-40B4-BE49-F238E27FC236}">
                <a16:creationId xmlns:a16="http://schemas.microsoft.com/office/drawing/2014/main" id="{ACD1D015-79EC-C94F-A4AF-0C939B217A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64076" y="5499975"/>
            <a:ext cx="779964" cy="779964"/>
          </a:xfrm>
          <a:prstGeom prst="rect">
            <a:avLst/>
          </a:prstGeom>
        </p:spPr>
      </p:pic>
      <p:sp>
        <p:nvSpPr>
          <p:cNvPr id="36" name="Title 3">
            <a:extLst>
              <a:ext uri="{FF2B5EF4-FFF2-40B4-BE49-F238E27FC236}">
                <a16:creationId xmlns:a16="http://schemas.microsoft.com/office/drawing/2014/main" id="{D90968B7-DEA9-444A-9811-792D1DB9D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906" y="188416"/>
            <a:ext cx="10170394" cy="782207"/>
          </a:xfrm>
        </p:spPr>
        <p:txBody>
          <a:bodyPr>
            <a:noAutofit/>
          </a:bodyPr>
          <a:lstStyle/>
          <a:p>
            <a:r>
              <a:rPr lang="es-MX" sz="2800" b="1" dirty="0">
                <a:solidFill>
                  <a:srgbClr val="1B1C1D"/>
                </a:solidFill>
                <a:latin typeface="Raleway" pitchFamily="2" charset="0"/>
              </a:rPr>
              <a:t>5</a:t>
            </a:r>
            <a:r>
              <a:rPr lang="es-MX" sz="2800" b="1" i="0" u="none" strike="noStrike" dirty="0">
                <a:solidFill>
                  <a:srgbClr val="1B1C1D"/>
                </a:solidFill>
                <a:effectLst/>
                <a:latin typeface="Raleway" pitchFamily="2" charset="0"/>
              </a:rPr>
              <a:t>. Marco de Evaluación del Modelo de Madurez amigable</a:t>
            </a:r>
            <a:endParaRPr lang="en-IN" sz="2800" dirty="0">
              <a:latin typeface="Raleway" pitchFamily="2" charset="0"/>
            </a:endParaRPr>
          </a:p>
        </p:txBody>
      </p:sp>
      <p:pic>
        <p:nvPicPr>
          <p:cNvPr id="42" name="Graphic 96" descr="Advertising with solid fill">
            <a:extLst>
              <a:ext uri="{FF2B5EF4-FFF2-40B4-BE49-F238E27FC236}">
                <a16:creationId xmlns:a16="http://schemas.microsoft.com/office/drawing/2014/main" id="{1F5F3440-1C17-4548-B5C9-30EE09C3CA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79919" y="5659645"/>
            <a:ext cx="666030" cy="666030"/>
          </a:xfrm>
          <a:prstGeom prst="rect">
            <a:avLst/>
          </a:prstGeom>
        </p:spPr>
      </p:pic>
      <p:sp>
        <p:nvSpPr>
          <p:cNvPr id="39" name="Título 1">
            <a:extLst>
              <a:ext uri="{FF2B5EF4-FFF2-40B4-BE49-F238E27FC236}">
                <a16:creationId xmlns:a16="http://schemas.microsoft.com/office/drawing/2014/main" id="{9C67B40A-165C-4DB9-B699-0F5B5CEC6E0E}"/>
              </a:ext>
            </a:extLst>
          </p:cNvPr>
          <p:cNvSpPr txBox="1">
            <a:spLocks/>
          </p:cNvSpPr>
          <p:nvPr/>
        </p:nvSpPr>
        <p:spPr>
          <a:xfrm>
            <a:off x="10013072" y="6325675"/>
            <a:ext cx="2237381" cy="457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AR" sz="2000" b="1" dirty="0">
                <a:solidFill>
                  <a:srgbClr val="002060"/>
                </a:solidFill>
                <a:latin typeface="Raleway" panose="020B0604020202020204" pitchFamily="2" charset="0"/>
              </a:rPr>
              <a:t>Silver Standard</a:t>
            </a:r>
            <a:endParaRPr lang="es-AR" sz="2000" dirty="0">
              <a:solidFill>
                <a:srgbClr val="002060"/>
              </a:solidFill>
            </a:endParaRPr>
          </a:p>
        </p:txBody>
      </p:sp>
      <p:pic>
        <p:nvPicPr>
          <p:cNvPr id="40" name="Imagen 39" descr="Texto&#10;&#10;El contenido generado por IA puede ser incorrecto.">
            <a:extLst>
              <a:ext uri="{FF2B5EF4-FFF2-40B4-BE49-F238E27FC236}">
                <a16:creationId xmlns:a16="http://schemas.microsoft.com/office/drawing/2014/main" id="{7B5E6BDF-8CE8-4AC6-BA4F-43AB5E4F13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5794" y="5704953"/>
            <a:ext cx="1761281" cy="176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085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831F1A-CC8C-483D-B53C-2BCEB64B8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621" y="1805652"/>
            <a:ext cx="11563108" cy="2758018"/>
          </a:xfrm>
        </p:spPr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MX" sz="6000" b="1" dirty="0">
                <a:solidFill>
                  <a:srgbClr val="1B1C1D"/>
                </a:solidFill>
                <a:latin typeface="Raleway" pitchFamily="2" charset="0"/>
              </a:rPr>
              <a:t>5</a:t>
            </a:r>
            <a:r>
              <a:rPr lang="es-MX" sz="6000" b="1" i="0" u="none" strike="noStrike" dirty="0">
                <a:solidFill>
                  <a:srgbClr val="1B1C1D"/>
                </a:solidFill>
                <a:effectLst/>
                <a:latin typeface="Raleway" pitchFamily="2" charset="0"/>
              </a:rPr>
              <a:t>.1 Visión general y filosofía del modelo</a:t>
            </a:r>
            <a:endParaRPr lang="es-AR" dirty="0">
              <a:latin typeface="Raleway" pitchFamily="2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CF33D89-E585-43EA-9401-5A713DDED55A}"/>
              </a:ext>
            </a:extLst>
          </p:cNvPr>
          <p:cNvSpPr txBox="1">
            <a:spLocks/>
          </p:cNvSpPr>
          <p:nvPr/>
        </p:nvSpPr>
        <p:spPr>
          <a:xfrm>
            <a:off x="9883241" y="1"/>
            <a:ext cx="2237381" cy="457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AR" sz="2000" b="1" dirty="0">
                <a:solidFill>
                  <a:srgbClr val="002060"/>
                </a:solidFill>
                <a:latin typeface="Raleway" panose="020B0604020202020204" pitchFamily="2" charset="0"/>
              </a:rPr>
              <a:t>Silver Standard</a:t>
            </a:r>
            <a:endParaRPr lang="es-AR" sz="2000" dirty="0">
              <a:solidFill>
                <a:srgbClr val="002060"/>
              </a:solidFill>
            </a:endParaRPr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F28C51A6-119A-4DB5-B43B-B6D866B29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5794" y="-629855"/>
            <a:ext cx="1761281" cy="176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673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571CFE-633C-F415-79F6-66CEC06DD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2573DB1-1B70-A660-757D-CAFD66D33352}"/>
              </a:ext>
            </a:extLst>
          </p:cNvPr>
          <p:cNvSpPr/>
          <p:nvPr/>
        </p:nvSpPr>
        <p:spPr>
          <a:xfrm>
            <a:off x="7168006" y="1162255"/>
            <a:ext cx="2096171" cy="2442957"/>
          </a:xfrm>
          <a:custGeom>
            <a:avLst/>
            <a:gdLst>
              <a:gd name="connsiteX0" fmla="*/ 218985 w 2011069"/>
              <a:gd name="connsiteY0" fmla="*/ 0 h 2343776"/>
              <a:gd name="connsiteX1" fmla="*/ 1792084 w 2011069"/>
              <a:gd name="connsiteY1" fmla="*/ 0 h 2343776"/>
              <a:gd name="connsiteX2" fmla="*/ 2011069 w 2011069"/>
              <a:gd name="connsiteY2" fmla="*/ 218985 h 2343776"/>
              <a:gd name="connsiteX3" fmla="*/ 2011069 w 2011069"/>
              <a:gd name="connsiteY3" fmla="*/ 2343770 h 2343776"/>
              <a:gd name="connsiteX4" fmla="*/ 2004110 w 2011069"/>
              <a:gd name="connsiteY4" fmla="*/ 2298173 h 2343776"/>
              <a:gd name="connsiteX5" fmla="*/ 1005535 w 2011069"/>
              <a:gd name="connsiteY5" fmla="*/ 1484312 h 2343776"/>
              <a:gd name="connsiteX6" fmla="*/ 6960 w 2011069"/>
              <a:gd name="connsiteY6" fmla="*/ 2298173 h 2343776"/>
              <a:gd name="connsiteX7" fmla="*/ 0 w 2011069"/>
              <a:gd name="connsiteY7" fmla="*/ 2343776 h 2343776"/>
              <a:gd name="connsiteX8" fmla="*/ 0 w 2011069"/>
              <a:gd name="connsiteY8" fmla="*/ 218985 h 2343776"/>
              <a:gd name="connsiteX9" fmla="*/ 218985 w 2011069"/>
              <a:gd name="connsiteY9" fmla="*/ 0 h 234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11069" h="2343776">
                <a:moveTo>
                  <a:pt x="218985" y="0"/>
                </a:moveTo>
                <a:lnTo>
                  <a:pt x="1792084" y="0"/>
                </a:lnTo>
                <a:cubicBezTo>
                  <a:pt x="1913026" y="0"/>
                  <a:pt x="2011069" y="98043"/>
                  <a:pt x="2011069" y="218985"/>
                </a:cubicBezTo>
                <a:lnTo>
                  <a:pt x="2011069" y="2343770"/>
                </a:lnTo>
                <a:lnTo>
                  <a:pt x="2004110" y="2298173"/>
                </a:lnTo>
                <a:cubicBezTo>
                  <a:pt x="1909065" y="1833704"/>
                  <a:pt x="1498102" y="1484312"/>
                  <a:pt x="1005535" y="1484312"/>
                </a:cubicBezTo>
                <a:cubicBezTo>
                  <a:pt x="512968" y="1484312"/>
                  <a:pt x="102005" y="1833704"/>
                  <a:pt x="6960" y="2298173"/>
                </a:cubicBezTo>
                <a:lnTo>
                  <a:pt x="0" y="2343776"/>
                </a:lnTo>
                <a:lnTo>
                  <a:pt x="0" y="218985"/>
                </a:lnTo>
                <a:cubicBezTo>
                  <a:pt x="0" y="98043"/>
                  <a:pt x="98043" y="0"/>
                  <a:pt x="218985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75000"/>
                </a:schemeClr>
              </a:gs>
              <a:gs pos="95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6053E48-BDCA-EF15-611F-477EA4B93515}"/>
              </a:ext>
            </a:extLst>
          </p:cNvPr>
          <p:cNvGrpSpPr/>
          <p:nvPr/>
        </p:nvGrpSpPr>
        <p:grpSpPr>
          <a:xfrm>
            <a:off x="6916921" y="2922109"/>
            <a:ext cx="2148853" cy="2111746"/>
            <a:chOff x="6915332" y="2922109"/>
            <a:chExt cx="2148853" cy="211174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C8468C0-9E32-254B-6045-2C2AC000D3C4}"/>
                </a:ext>
              </a:extLst>
            </p:cNvPr>
            <p:cNvSpPr/>
            <p:nvPr/>
          </p:nvSpPr>
          <p:spPr>
            <a:xfrm>
              <a:off x="6915332" y="2973557"/>
              <a:ext cx="2060303" cy="2060298"/>
            </a:xfrm>
            <a:prstGeom prst="ellipse">
              <a:avLst/>
            </a:prstGeom>
            <a:solidFill>
              <a:schemeClr val="tx1">
                <a:alpha val="19000"/>
              </a:schemeClr>
            </a:solidFill>
            <a:ln>
              <a:noFill/>
            </a:ln>
            <a:effectLst>
              <a:softEdge rad="254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411398B-86A3-B88F-930E-89FEEEF99BFC}"/>
                </a:ext>
              </a:extLst>
            </p:cNvPr>
            <p:cNvSpPr/>
            <p:nvPr/>
          </p:nvSpPr>
          <p:spPr>
            <a:xfrm>
              <a:off x="7364819" y="2922109"/>
              <a:ext cx="1699366" cy="1699364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C2ECA0A-635B-18B3-3ACC-C78AB141A3F2}"/>
                </a:ext>
              </a:extLst>
            </p:cNvPr>
            <p:cNvSpPr txBox="1"/>
            <p:nvPr/>
          </p:nvSpPr>
          <p:spPr>
            <a:xfrm>
              <a:off x="7794751" y="3377775"/>
              <a:ext cx="884352" cy="7880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101600" dist="88900" dir="8100000" algn="tr" rotWithShape="0">
                      <a:prstClr val="black">
                        <a:alpha val="46000"/>
                      </a:prstClr>
                    </a:outerShdw>
                  </a:effectLst>
                  <a:latin typeface="Segoe UI Black" panose="020B0A02040204020203" pitchFamily="34" charset="0"/>
                  <a:ea typeface="Segoe UI Black" panose="020B0A02040204020203" pitchFamily="34" charset="0"/>
                </a:rPr>
                <a:t>04</a:t>
              </a:r>
              <a:endParaRPr lang="en-IN" sz="4000" dirty="0">
                <a:solidFill>
                  <a:schemeClr val="bg1"/>
                </a:solidFill>
                <a:effectLst>
                  <a:outerShdw blurRad="101600" dist="88900" dir="8100000" algn="tr" rotWithShape="0">
                    <a:prstClr val="black">
                      <a:alpha val="46000"/>
                    </a:prst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</p:grpSp>
      <p:pic>
        <p:nvPicPr>
          <p:cNvPr id="11" name="Graphic 10" descr="Advertising with solid fill">
            <a:extLst>
              <a:ext uri="{FF2B5EF4-FFF2-40B4-BE49-F238E27FC236}">
                <a16:creationId xmlns:a16="http://schemas.microsoft.com/office/drawing/2014/main" id="{2BAEC67E-340C-DB73-4A85-8685582918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48860" y="1726803"/>
            <a:ext cx="661740" cy="661740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704273-6294-D352-F3E8-1E1A4C0D5945}"/>
              </a:ext>
            </a:extLst>
          </p:cNvPr>
          <p:cNvSpPr/>
          <p:nvPr/>
        </p:nvSpPr>
        <p:spPr>
          <a:xfrm>
            <a:off x="2942051" y="1162255"/>
            <a:ext cx="2096171" cy="2442957"/>
          </a:xfrm>
          <a:custGeom>
            <a:avLst/>
            <a:gdLst>
              <a:gd name="connsiteX0" fmla="*/ 218985 w 2011069"/>
              <a:gd name="connsiteY0" fmla="*/ 0 h 2343776"/>
              <a:gd name="connsiteX1" fmla="*/ 1792084 w 2011069"/>
              <a:gd name="connsiteY1" fmla="*/ 0 h 2343776"/>
              <a:gd name="connsiteX2" fmla="*/ 2011069 w 2011069"/>
              <a:gd name="connsiteY2" fmla="*/ 218985 h 2343776"/>
              <a:gd name="connsiteX3" fmla="*/ 2011069 w 2011069"/>
              <a:gd name="connsiteY3" fmla="*/ 2343770 h 2343776"/>
              <a:gd name="connsiteX4" fmla="*/ 2004110 w 2011069"/>
              <a:gd name="connsiteY4" fmla="*/ 2298173 h 2343776"/>
              <a:gd name="connsiteX5" fmla="*/ 1005535 w 2011069"/>
              <a:gd name="connsiteY5" fmla="*/ 1484312 h 2343776"/>
              <a:gd name="connsiteX6" fmla="*/ 6960 w 2011069"/>
              <a:gd name="connsiteY6" fmla="*/ 2298173 h 2343776"/>
              <a:gd name="connsiteX7" fmla="*/ 0 w 2011069"/>
              <a:gd name="connsiteY7" fmla="*/ 2343776 h 2343776"/>
              <a:gd name="connsiteX8" fmla="*/ 0 w 2011069"/>
              <a:gd name="connsiteY8" fmla="*/ 218985 h 2343776"/>
              <a:gd name="connsiteX9" fmla="*/ 218985 w 2011069"/>
              <a:gd name="connsiteY9" fmla="*/ 0 h 234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11069" h="2343776">
                <a:moveTo>
                  <a:pt x="218985" y="0"/>
                </a:moveTo>
                <a:lnTo>
                  <a:pt x="1792084" y="0"/>
                </a:lnTo>
                <a:cubicBezTo>
                  <a:pt x="1913026" y="0"/>
                  <a:pt x="2011069" y="98043"/>
                  <a:pt x="2011069" y="218985"/>
                </a:cubicBezTo>
                <a:lnTo>
                  <a:pt x="2011069" y="2343770"/>
                </a:lnTo>
                <a:lnTo>
                  <a:pt x="2004110" y="2298173"/>
                </a:lnTo>
                <a:cubicBezTo>
                  <a:pt x="1909065" y="1833704"/>
                  <a:pt x="1498102" y="1484312"/>
                  <a:pt x="1005535" y="1484312"/>
                </a:cubicBezTo>
                <a:cubicBezTo>
                  <a:pt x="512968" y="1484312"/>
                  <a:pt x="102005" y="1833704"/>
                  <a:pt x="6960" y="2298173"/>
                </a:cubicBezTo>
                <a:lnTo>
                  <a:pt x="0" y="2343776"/>
                </a:lnTo>
                <a:lnTo>
                  <a:pt x="0" y="218985"/>
                </a:lnTo>
                <a:cubicBezTo>
                  <a:pt x="0" y="98043"/>
                  <a:pt x="98043" y="0"/>
                  <a:pt x="218985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75000"/>
                </a:schemeClr>
              </a:gs>
              <a:gs pos="95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635FFAD-E253-5AC3-A959-C7F26DC103E0}"/>
              </a:ext>
            </a:extLst>
          </p:cNvPr>
          <p:cNvGrpSpPr/>
          <p:nvPr/>
        </p:nvGrpSpPr>
        <p:grpSpPr>
          <a:xfrm>
            <a:off x="2690966" y="2922109"/>
            <a:ext cx="2148853" cy="2111746"/>
            <a:chOff x="2689377" y="2922109"/>
            <a:chExt cx="2148853" cy="211174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964FADE-1CC6-8D8A-4267-F8BDD33B4806}"/>
                </a:ext>
              </a:extLst>
            </p:cNvPr>
            <p:cNvSpPr/>
            <p:nvPr/>
          </p:nvSpPr>
          <p:spPr>
            <a:xfrm>
              <a:off x="2689377" y="2973557"/>
              <a:ext cx="2060303" cy="2060298"/>
            </a:xfrm>
            <a:prstGeom prst="ellipse">
              <a:avLst/>
            </a:prstGeom>
            <a:solidFill>
              <a:schemeClr val="tx1">
                <a:alpha val="19000"/>
              </a:schemeClr>
            </a:solidFill>
            <a:ln>
              <a:noFill/>
            </a:ln>
            <a:effectLst>
              <a:softEdge rad="254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BB3C97F-F919-4A4F-E8B9-826A005F93D2}"/>
                </a:ext>
              </a:extLst>
            </p:cNvPr>
            <p:cNvSpPr/>
            <p:nvPr/>
          </p:nvSpPr>
          <p:spPr>
            <a:xfrm>
              <a:off x="3138864" y="2922109"/>
              <a:ext cx="1699366" cy="1699364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86AC604-78C1-7C08-870B-88973647E436}"/>
                </a:ext>
              </a:extLst>
            </p:cNvPr>
            <p:cNvSpPr txBox="1"/>
            <p:nvPr/>
          </p:nvSpPr>
          <p:spPr>
            <a:xfrm>
              <a:off x="3533344" y="3377775"/>
              <a:ext cx="884352" cy="7880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101600" dist="88900" dir="8100000" algn="tr" rotWithShape="0">
                      <a:prstClr val="black">
                        <a:alpha val="46000"/>
                      </a:prstClr>
                    </a:outerShdw>
                  </a:effectLst>
                  <a:latin typeface="Segoe UI Black" panose="020B0A02040204020203" pitchFamily="34" charset="0"/>
                  <a:ea typeface="Segoe UI Black" panose="020B0A02040204020203" pitchFamily="34" charset="0"/>
                </a:rPr>
                <a:t>02</a:t>
              </a:r>
              <a:endParaRPr lang="en-IN" sz="4000" dirty="0">
                <a:solidFill>
                  <a:schemeClr val="bg1"/>
                </a:solidFill>
                <a:effectLst>
                  <a:outerShdw blurRad="101600" dist="88900" dir="8100000" algn="tr" rotWithShape="0">
                    <a:prstClr val="black">
                      <a:alpha val="46000"/>
                    </a:prst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63E3F89-E216-DC4B-9A1F-0F1620686333}"/>
              </a:ext>
            </a:extLst>
          </p:cNvPr>
          <p:cNvSpPr txBox="1"/>
          <p:nvPr/>
        </p:nvSpPr>
        <p:spPr>
          <a:xfrm>
            <a:off x="3116661" y="5268406"/>
            <a:ext cx="1759486" cy="604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s-AR" b="1" i="0" u="none" strike="noStrike" dirty="0">
                <a:solidFill>
                  <a:srgbClr val="1B1C1D"/>
                </a:solidFill>
                <a:effectLst/>
                <a:latin typeface="Raleway" pitchFamily="2" charset="0"/>
              </a:rPr>
              <a:t>Verificación de documentación</a:t>
            </a:r>
            <a:endParaRPr lang="en-US" b="1" dirty="0">
              <a:solidFill>
                <a:schemeClr val="bg1"/>
              </a:solidFill>
              <a:latin typeface="Raleway" pitchFamily="2" charset="0"/>
            </a:endParaRPr>
          </a:p>
          <a:p>
            <a:pPr algn="ctr">
              <a:lnSpc>
                <a:spcPct val="90000"/>
              </a:lnSpc>
            </a:pPr>
            <a:endParaRPr lang="en-US" b="1" dirty="0"/>
          </a:p>
        </p:txBody>
      </p:sp>
      <p:pic>
        <p:nvPicPr>
          <p:cNvPr id="19" name="Graphic 18" descr="Boardroom with solid fill">
            <a:extLst>
              <a:ext uri="{FF2B5EF4-FFF2-40B4-BE49-F238E27FC236}">
                <a16:creationId xmlns:a16="http://schemas.microsoft.com/office/drawing/2014/main" id="{05C0ACF9-2260-0E72-DEAA-3E2FEAA492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00480" y="1729029"/>
            <a:ext cx="718805" cy="718805"/>
          </a:xfrm>
          <a:prstGeom prst="rect">
            <a:avLst/>
          </a:prstGeom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22C1B75-C407-5D1C-D333-F178E3DB2638}"/>
              </a:ext>
            </a:extLst>
          </p:cNvPr>
          <p:cNvSpPr/>
          <p:nvPr/>
        </p:nvSpPr>
        <p:spPr>
          <a:xfrm>
            <a:off x="9268451" y="3938374"/>
            <a:ext cx="2096171" cy="2442955"/>
          </a:xfrm>
          <a:custGeom>
            <a:avLst/>
            <a:gdLst>
              <a:gd name="connsiteX0" fmla="*/ 0 w 2011069"/>
              <a:gd name="connsiteY0" fmla="*/ 0 h 2343774"/>
              <a:gd name="connsiteX1" fmla="*/ 6960 w 2011069"/>
              <a:gd name="connsiteY1" fmla="*/ 45603 h 2343774"/>
              <a:gd name="connsiteX2" fmla="*/ 1005535 w 2011069"/>
              <a:gd name="connsiteY2" fmla="*/ 859464 h 2343774"/>
              <a:gd name="connsiteX3" fmla="*/ 2004110 w 2011069"/>
              <a:gd name="connsiteY3" fmla="*/ 45603 h 2343774"/>
              <a:gd name="connsiteX4" fmla="*/ 2011069 w 2011069"/>
              <a:gd name="connsiteY4" fmla="*/ 6 h 2343774"/>
              <a:gd name="connsiteX5" fmla="*/ 2011069 w 2011069"/>
              <a:gd name="connsiteY5" fmla="*/ 2124789 h 2343774"/>
              <a:gd name="connsiteX6" fmla="*/ 1792084 w 2011069"/>
              <a:gd name="connsiteY6" fmla="*/ 2343774 h 2343774"/>
              <a:gd name="connsiteX7" fmla="*/ 218985 w 2011069"/>
              <a:gd name="connsiteY7" fmla="*/ 2343774 h 2343774"/>
              <a:gd name="connsiteX8" fmla="*/ 0 w 2011069"/>
              <a:gd name="connsiteY8" fmla="*/ 2124789 h 2343774"/>
              <a:gd name="connsiteX9" fmla="*/ 0 w 2011069"/>
              <a:gd name="connsiteY9" fmla="*/ 0 h 2343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11069" h="2343774">
                <a:moveTo>
                  <a:pt x="0" y="0"/>
                </a:moveTo>
                <a:lnTo>
                  <a:pt x="6960" y="45603"/>
                </a:lnTo>
                <a:cubicBezTo>
                  <a:pt x="102005" y="510073"/>
                  <a:pt x="512968" y="859464"/>
                  <a:pt x="1005535" y="859464"/>
                </a:cubicBezTo>
                <a:cubicBezTo>
                  <a:pt x="1498102" y="859464"/>
                  <a:pt x="1909065" y="510073"/>
                  <a:pt x="2004110" y="45603"/>
                </a:cubicBezTo>
                <a:lnTo>
                  <a:pt x="2011069" y="6"/>
                </a:lnTo>
                <a:lnTo>
                  <a:pt x="2011069" y="2124789"/>
                </a:lnTo>
                <a:cubicBezTo>
                  <a:pt x="2011069" y="2245731"/>
                  <a:pt x="1913026" y="2343774"/>
                  <a:pt x="1792084" y="2343774"/>
                </a:cubicBezTo>
                <a:lnTo>
                  <a:pt x="218985" y="2343774"/>
                </a:lnTo>
                <a:cubicBezTo>
                  <a:pt x="98043" y="2343774"/>
                  <a:pt x="0" y="2245731"/>
                  <a:pt x="0" y="2124789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3614DDC-82C5-4106-0244-460322CCFB06}"/>
              </a:ext>
            </a:extLst>
          </p:cNvPr>
          <p:cNvGrpSpPr/>
          <p:nvPr/>
        </p:nvGrpSpPr>
        <p:grpSpPr>
          <a:xfrm>
            <a:off x="9029897" y="2922109"/>
            <a:ext cx="2136320" cy="2111746"/>
            <a:chOff x="9028309" y="2922109"/>
            <a:chExt cx="2136320" cy="211174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2D4C73-E663-D0D8-4524-71447759A30F}"/>
                </a:ext>
              </a:extLst>
            </p:cNvPr>
            <p:cNvSpPr/>
            <p:nvPr/>
          </p:nvSpPr>
          <p:spPr>
            <a:xfrm>
              <a:off x="9028309" y="2973557"/>
              <a:ext cx="2060303" cy="2060298"/>
            </a:xfrm>
            <a:prstGeom prst="ellipse">
              <a:avLst/>
            </a:prstGeom>
            <a:solidFill>
              <a:schemeClr val="tx1">
                <a:alpha val="19000"/>
              </a:schemeClr>
            </a:solidFill>
            <a:ln>
              <a:noFill/>
            </a:ln>
            <a:effectLst>
              <a:softEdge rad="254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3B9B191-CB8B-EE25-B64F-934BD982D32A}"/>
                </a:ext>
              </a:extLst>
            </p:cNvPr>
            <p:cNvSpPr/>
            <p:nvPr/>
          </p:nvSpPr>
          <p:spPr>
            <a:xfrm>
              <a:off x="9465263" y="2922109"/>
              <a:ext cx="1699366" cy="1699364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FB2F018-7E63-01E3-BD8A-E2C659162879}"/>
                </a:ext>
              </a:extLst>
            </p:cNvPr>
            <p:cNvSpPr txBox="1"/>
            <p:nvPr/>
          </p:nvSpPr>
          <p:spPr>
            <a:xfrm>
              <a:off x="9876325" y="3377775"/>
              <a:ext cx="884352" cy="7880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101600" dist="88900" dir="8100000" algn="tr" rotWithShape="0">
                      <a:prstClr val="black">
                        <a:alpha val="46000"/>
                      </a:prstClr>
                    </a:outerShdw>
                  </a:effectLst>
                  <a:latin typeface="Segoe UI Black" panose="020B0A02040204020203" pitchFamily="34" charset="0"/>
                  <a:ea typeface="Segoe UI Black" panose="020B0A02040204020203" pitchFamily="34" charset="0"/>
                </a:rPr>
                <a:t>05</a:t>
              </a:r>
              <a:endParaRPr lang="en-IN" sz="4000" dirty="0">
                <a:solidFill>
                  <a:schemeClr val="bg1"/>
                </a:solidFill>
                <a:effectLst>
                  <a:outerShdw blurRad="101600" dist="88900" dir="8100000" algn="tr" rotWithShape="0">
                    <a:prstClr val="black">
                      <a:alpha val="46000"/>
                    </a:prst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</p:grpSp>
      <p:pic>
        <p:nvPicPr>
          <p:cNvPr id="28" name="Graphic 27" descr="Diamond with solid fill">
            <a:extLst>
              <a:ext uri="{FF2B5EF4-FFF2-40B4-BE49-F238E27FC236}">
                <a16:creationId xmlns:a16="http://schemas.microsoft.com/office/drawing/2014/main" id="{DCE239F4-FD00-6CD8-C67D-8AD173327E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60048" y="5159851"/>
            <a:ext cx="660169" cy="660169"/>
          </a:xfrm>
          <a:prstGeom prst="rect">
            <a:avLst/>
          </a:prstGeom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976046F-1E5B-DD0B-71C9-9ECC664CBED1}"/>
              </a:ext>
            </a:extLst>
          </p:cNvPr>
          <p:cNvSpPr/>
          <p:nvPr/>
        </p:nvSpPr>
        <p:spPr>
          <a:xfrm>
            <a:off x="829074" y="3938374"/>
            <a:ext cx="2096171" cy="2442955"/>
          </a:xfrm>
          <a:custGeom>
            <a:avLst/>
            <a:gdLst>
              <a:gd name="connsiteX0" fmla="*/ 0 w 2011069"/>
              <a:gd name="connsiteY0" fmla="*/ 0 h 2343774"/>
              <a:gd name="connsiteX1" fmla="*/ 6960 w 2011069"/>
              <a:gd name="connsiteY1" fmla="*/ 45603 h 2343774"/>
              <a:gd name="connsiteX2" fmla="*/ 1005535 w 2011069"/>
              <a:gd name="connsiteY2" fmla="*/ 859464 h 2343774"/>
              <a:gd name="connsiteX3" fmla="*/ 2004110 w 2011069"/>
              <a:gd name="connsiteY3" fmla="*/ 45603 h 2343774"/>
              <a:gd name="connsiteX4" fmla="*/ 2011069 w 2011069"/>
              <a:gd name="connsiteY4" fmla="*/ 6 h 2343774"/>
              <a:gd name="connsiteX5" fmla="*/ 2011069 w 2011069"/>
              <a:gd name="connsiteY5" fmla="*/ 2124789 h 2343774"/>
              <a:gd name="connsiteX6" fmla="*/ 1792084 w 2011069"/>
              <a:gd name="connsiteY6" fmla="*/ 2343774 h 2343774"/>
              <a:gd name="connsiteX7" fmla="*/ 218985 w 2011069"/>
              <a:gd name="connsiteY7" fmla="*/ 2343774 h 2343774"/>
              <a:gd name="connsiteX8" fmla="*/ 0 w 2011069"/>
              <a:gd name="connsiteY8" fmla="*/ 2124789 h 2343774"/>
              <a:gd name="connsiteX9" fmla="*/ 0 w 2011069"/>
              <a:gd name="connsiteY9" fmla="*/ 0 h 2343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11069" h="2343774">
                <a:moveTo>
                  <a:pt x="0" y="0"/>
                </a:moveTo>
                <a:lnTo>
                  <a:pt x="6960" y="45603"/>
                </a:lnTo>
                <a:cubicBezTo>
                  <a:pt x="102005" y="510073"/>
                  <a:pt x="512968" y="859464"/>
                  <a:pt x="1005535" y="859464"/>
                </a:cubicBezTo>
                <a:cubicBezTo>
                  <a:pt x="1498102" y="859464"/>
                  <a:pt x="1909065" y="510073"/>
                  <a:pt x="2004110" y="45603"/>
                </a:cubicBezTo>
                <a:lnTo>
                  <a:pt x="2011069" y="6"/>
                </a:lnTo>
                <a:lnTo>
                  <a:pt x="2011069" y="2124789"/>
                </a:lnTo>
                <a:cubicBezTo>
                  <a:pt x="2011069" y="2245731"/>
                  <a:pt x="1913026" y="2343774"/>
                  <a:pt x="1792084" y="2343774"/>
                </a:cubicBezTo>
                <a:lnTo>
                  <a:pt x="218985" y="2343774"/>
                </a:lnTo>
                <a:cubicBezTo>
                  <a:pt x="98043" y="2343774"/>
                  <a:pt x="0" y="2245731"/>
                  <a:pt x="0" y="2124789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144121A-1817-2194-1A25-ED5DB36D1575}"/>
              </a:ext>
            </a:extLst>
          </p:cNvPr>
          <p:cNvGrpSpPr/>
          <p:nvPr/>
        </p:nvGrpSpPr>
        <p:grpSpPr>
          <a:xfrm>
            <a:off x="577990" y="2922109"/>
            <a:ext cx="2148853" cy="2111746"/>
            <a:chOff x="576401" y="2922109"/>
            <a:chExt cx="2148853" cy="2111746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44148AE-10D7-2191-C023-14DA7B6CE524}"/>
                </a:ext>
              </a:extLst>
            </p:cNvPr>
            <p:cNvSpPr/>
            <p:nvPr/>
          </p:nvSpPr>
          <p:spPr>
            <a:xfrm>
              <a:off x="576401" y="2973557"/>
              <a:ext cx="2060302" cy="2060298"/>
            </a:xfrm>
            <a:prstGeom prst="ellipse">
              <a:avLst/>
            </a:prstGeom>
            <a:solidFill>
              <a:schemeClr val="tx1">
                <a:alpha val="19000"/>
              </a:schemeClr>
            </a:solidFill>
            <a:ln>
              <a:noFill/>
            </a:ln>
            <a:effectLst>
              <a:softEdge rad="254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40A8352-6888-9D41-82C9-B3C15FE737C9}"/>
                </a:ext>
              </a:extLst>
            </p:cNvPr>
            <p:cNvSpPr/>
            <p:nvPr/>
          </p:nvSpPr>
          <p:spPr>
            <a:xfrm>
              <a:off x="1025888" y="2922109"/>
              <a:ext cx="1699366" cy="1699364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B0871D3-8C62-E5D5-5E05-937A6C7712BE}"/>
                </a:ext>
              </a:extLst>
            </p:cNvPr>
            <p:cNvSpPr txBox="1"/>
            <p:nvPr/>
          </p:nvSpPr>
          <p:spPr>
            <a:xfrm>
              <a:off x="1433394" y="3377775"/>
              <a:ext cx="884352" cy="7880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101600" dist="88900" dir="8100000" algn="tr" rotWithShape="0">
                      <a:prstClr val="black">
                        <a:alpha val="46000"/>
                      </a:prstClr>
                    </a:outerShdw>
                  </a:effectLst>
                  <a:latin typeface="Segoe UI Black" panose="020B0A02040204020203" pitchFamily="34" charset="0"/>
                  <a:ea typeface="Segoe UI Black" panose="020B0A02040204020203" pitchFamily="34" charset="0"/>
                </a:rPr>
                <a:t>01</a:t>
              </a:r>
              <a:endParaRPr lang="en-IN" sz="4000" dirty="0">
                <a:solidFill>
                  <a:schemeClr val="bg1"/>
                </a:solidFill>
                <a:effectLst>
                  <a:outerShdw blurRad="101600" dist="88900" dir="8100000" algn="tr" rotWithShape="0">
                    <a:prstClr val="black">
                      <a:alpha val="46000"/>
                    </a:prst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</p:grpSp>
      <p:pic>
        <p:nvPicPr>
          <p:cNvPr id="36" name="Graphic 35" descr="Door Open with solid fill">
            <a:extLst>
              <a:ext uri="{FF2B5EF4-FFF2-40B4-BE49-F238E27FC236}">
                <a16:creationId xmlns:a16="http://schemas.microsoft.com/office/drawing/2014/main" id="{3B746B0F-756B-A2BB-C96A-C95C6F229A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5808" y="5177338"/>
            <a:ext cx="579311" cy="579311"/>
          </a:xfrm>
          <a:prstGeom prst="rect">
            <a:avLst/>
          </a:prstGeom>
        </p:spPr>
      </p:pic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C128FDA-8946-BC79-1F2D-3FFDA2460782}"/>
              </a:ext>
            </a:extLst>
          </p:cNvPr>
          <p:cNvSpPr/>
          <p:nvPr/>
        </p:nvSpPr>
        <p:spPr>
          <a:xfrm>
            <a:off x="5055029" y="3938374"/>
            <a:ext cx="2096171" cy="2442955"/>
          </a:xfrm>
          <a:custGeom>
            <a:avLst/>
            <a:gdLst>
              <a:gd name="connsiteX0" fmla="*/ 0 w 2011069"/>
              <a:gd name="connsiteY0" fmla="*/ 0 h 2343774"/>
              <a:gd name="connsiteX1" fmla="*/ 6960 w 2011069"/>
              <a:gd name="connsiteY1" fmla="*/ 45603 h 2343774"/>
              <a:gd name="connsiteX2" fmla="*/ 1005535 w 2011069"/>
              <a:gd name="connsiteY2" fmla="*/ 859464 h 2343774"/>
              <a:gd name="connsiteX3" fmla="*/ 2004110 w 2011069"/>
              <a:gd name="connsiteY3" fmla="*/ 45603 h 2343774"/>
              <a:gd name="connsiteX4" fmla="*/ 2011069 w 2011069"/>
              <a:gd name="connsiteY4" fmla="*/ 6 h 2343774"/>
              <a:gd name="connsiteX5" fmla="*/ 2011069 w 2011069"/>
              <a:gd name="connsiteY5" fmla="*/ 2124789 h 2343774"/>
              <a:gd name="connsiteX6" fmla="*/ 1792084 w 2011069"/>
              <a:gd name="connsiteY6" fmla="*/ 2343774 h 2343774"/>
              <a:gd name="connsiteX7" fmla="*/ 218985 w 2011069"/>
              <a:gd name="connsiteY7" fmla="*/ 2343774 h 2343774"/>
              <a:gd name="connsiteX8" fmla="*/ 0 w 2011069"/>
              <a:gd name="connsiteY8" fmla="*/ 2124789 h 2343774"/>
              <a:gd name="connsiteX9" fmla="*/ 0 w 2011069"/>
              <a:gd name="connsiteY9" fmla="*/ 0 h 2343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11069" h="2343774">
                <a:moveTo>
                  <a:pt x="0" y="0"/>
                </a:moveTo>
                <a:lnTo>
                  <a:pt x="6960" y="45603"/>
                </a:lnTo>
                <a:cubicBezTo>
                  <a:pt x="102005" y="510073"/>
                  <a:pt x="512968" y="859464"/>
                  <a:pt x="1005535" y="859464"/>
                </a:cubicBezTo>
                <a:cubicBezTo>
                  <a:pt x="1498102" y="859464"/>
                  <a:pt x="1909065" y="510073"/>
                  <a:pt x="2004110" y="45603"/>
                </a:cubicBezTo>
                <a:lnTo>
                  <a:pt x="2011069" y="6"/>
                </a:lnTo>
                <a:lnTo>
                  <a:pt x="2011069" y="2124789"/>
                </a:lnTo>
                <a:cubicBezTo>
                  <a:pt x="2011069" y="2245731"/>
                  <a:pt x="1913026" y="2343774"/>
                  <a:pt x="1792084" y="2343774"/>
                </a:cubicBezTo>
                <a:lnTo>
                  <a:pt x="218985" y="2343774"/>
                </a:lnTo>
                <a:cubicBezTo>
                  <a:pt x="98043" y="2343774"/>
                  <a:pt x="0" y="2245731"/>
                  <a:pt x="0" y="2124789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0AE5E95-FEE3-133A-8F3C-DD054660C205}"/>
              </a:ext>
            </a:extLst>
          </p:cNvPr>
          <p:cNvGrpSpPr/>
          <p:nvPr/>
        </p:nvGrpSpPr>
        <p:grpSpPr>
          <a:xfrm>
            <a:off x="4803942" y="2922109"/>
            <a:ext cx="2148854" cy="2111746"/>
            <a:chOff x="4802354" y="2922109"/>
            <a:chExt cx="2148854" cy="2111746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B161DDA-DCB1-AFBA-5CD6-CC5393AC4382}"/>
                </a:ext>
              </a:extLst>
            </p:cNvPr>
            <p:cNvSpPr/>
            <p:nvPr/>
          </p:nvSpPr>
          <p:spPr>
            <a:xfrm>
              <a:off x="4802354" y="2973557"/>
              <a:ext cx="2060303" cy="2060298"/>
            </a:xfrm>
            <a:prstGeom prst="ellipse">
              <a:avLst/>
            </a:prstGeom>
            <a:solidFill>
              <a:schemeClr val="tx1">
                <a:alpha val="19000"/>
              </a:schemeClr>
            </a:solidFill>
            <a:ln>
              <a:noFill/>
            </a:ln>
            <a:effectLst>
              <a:softEdge rad="254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00DD032C-748D-1DB1-2044-DCB250382944}"/>
                </a:ext>
              </a:extLst>
            </p:cNvPr>
            <p:cNvSpPr/>
            <p:nvPr/>
          </p:nvSpPr>
          <p:spPr>
            <a:xfrm>
              <a:off x="5251842" y="2922109"/>
              <a:ext cx="1699366" cy="1699364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1CA35B8-6579-488B-9D8C-6D58A5891365}"/>
                </a:ext>
              </a:extLst>
            </p:cNvPr>
            <p:cNvSpPr txBox="1"/>
            <p:nvPr/>
          </p:nvSpPr>
          <p:spPr>
            <a:xfrm>
              <a:off x="5694801" y="3377775"/>
              <a:ext cx="884352" cy="7880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101600" dist="88900" dir="8100000" algn="tr" rotWithShape="0">
                      <a:prstClr val="black">
                        <a:alpha val="46000"/>
                      </a:prstClr>
                    </a:outerShdw>
                  </a:effectLst>
                  <a:latin typeface="Segoe UI Black" panose="020B0A02040204020203" pitchFamily="34" charset="0"/>
                  <a:ea typeface="Segoe UI Black" panose="020B0A02040204020203" pitchFamily="34" charset="0"/>
                </a:rPr>
                <a:t>03</a:t>
              </a:r>
              <a:endParaRPr lang="en-IN" sz="4000" dirty="0">
                <a:solidFill>
                  <a:schemeClr val="bg1"/>
                </a:solidFill>
                <a:effectLst>
                  <a:outerShdw blurRad="101600" dist="88900" dir="8100000" algn="tr" rotWithShape="0">
                    <a:prstClr val="black">
                      <a:alpha val="46000"/>
                    </a:prst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</p:grpSp>
      <p:pic>
        <p:nvPicPr>
          <p:cNvPr id="44" name="Graphic 43" descr="Users with solid fill">
            <a:extLst>
              <a:ext uri="{FF2B5EF4-FFF2-40B4-BE49-F238E27FC236}">
                <a16:creationId xmlns:a16="http://schemas.microsoft.com/office/drawing/2014/main" id="{862E1A01-065B-BA20-A167-0834302D23A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15892" y="5085303"/>
            <a:ext cx="645346" cy="645346"/>
          </a:xfrm>
          <a:prstGeom prst="rect">
            <a:avLst/>
          </a:prstGeom>
        </p:spPr>
      </p:pic>
      <p:sp>
        <p:nvSpPr>
          <p:cNvPr id="51" name="TextBox 16">
            <a:extLst>
              <a:ext uri="{FF2B5EF4-FFF2-40B4-BE49-F238E27FC236}">
                <a16:creationId xmlns:a16="http://schemas.microsoft.com/office/drawing/2014/main" id="{2933C0D2-3E2B-43D2-B2F8-6DC1511FA04B}"/>
              </a:ext>
            </a:extLst>
          </p:cNvPr>
          <p:cNvSpPr txBox="1"/>
          <p:nvPr/>
        </p:nvSpPr>
        <p:spPr>
          <a:xfrm>
            <a:off x="901812" y="2205821"/>
            <a:ext cx="1950694" cy="43509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s-AR" b="1" i="0" u="none" strike="noStrike" dirty="0">
                <a:solidFill>
                  <a:srgbClr val="1B1C1D"/>
                </a:solidFill>
                <a:effectLst/>
                <a:latin typeface="Raleway" pitchFamily="2" charset="0"/>
              </a:rPr>
              <a:t>Cuestionario de Autoevaluación</a:t>
            </a:r>
            <a:endParaRPr lang="en-US" b="1" dirty="0">
              <a:solidFill>
                <a:schemeClr val="bg1"/>
              </a:solidFill>
              <a:latin typeface="Raleway" pitchFamily="2" charset="0"/>
            </a:endParaRPr>
          </a:p>
        </p:txBody>
      </p:sp>
      <p:sp>
        <p:nvSpPr>
          <p:cNvPr id="52" name="TextBox 16">
            <a:extLst>
              <a:ext uri="{FF2B5EF4-FFF2-40B4-BE49-F238E27FC236}">
                <a16:creationId xmlns:a16="http://schemas.microsoft.com/office/drawing/2014/main" id="{132286DC-A211-4B95-B33A-366E20C3592C}"/>
              </a:ext>
            </a:extLst>
          </p:cNvPr>
          <p:cNvSpPr txBox="1"/>
          <p:nvPr/>
        </p:nvSpPr>
        <p:spPr>
          <a:xfrm>
            <a:off x="5229103" y="2166185"/>
            <a:ext cx="1748020" cy="43509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s-AR" b="1" i="0" u="none" strike="noStrike" dirty="0">
                <a:solidFill>
                  <a:srgbClr val="1B1C1D"/>
                </a:solidFill>
                <a:effectLst/>
                <a:latin typeface="Raleway" pitchFamily="2" charset="0"/>
              </a:rPr>
              <a:t>Auditoría física y Digital</a:t>
            </a:r>
            <a:endParaRPr lang="en-US" b="1" dirty="0">
              <a:solidFill>
                <a:schemeClr val="bg1"/>
              </a:solidFill>
              <a:latin typeface="Raleway" pitchFamily="2" charset="0"/>
            </a:endParaRPr>
          </a:p>
        </p:txBody>
      </p:sp>
      <p:sp>
        <p:nvSpPr>
          <p:cNvPr id="53" name="TextBox 16">
            <a:extLst>
              <a:ext uri="{FF2B5EF4-FFF2-40B4-BE49-F238E27FC236}">
                <a16:creationId xmlns:a16="http://schemas.microsoft.com/office/drawing/2014/main" id="{A5FC79BD-1516-45D0-BFCD-7E892D0B30E6}"/>
              </a:ext>
            </a:extLst>
          </p:cNvPr>
          <p:cNvSpPr txBox="1"/>
          <p:nvPr/>
        </p:nvSpPr>
        <p:spPr>
          <a:xfrm>
            <a:off x="7270411" y="5266889"/>
            <a:ext cx="1759486" cy="604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s-AR" b="1" dirty="0">
                <a:solidFill>
                  <a:srgbClr val="1B1C1D"/>
                </a:solidFill>
                <a:latin typeface="Raleway" pitchFamily="2" charset="0"/>
              </a:rPr>
              <a:t>Otras evaluaciones:</a:t>
            </a:r>
            <a:endParaRPr lang="en-US" b="1" dirty="0">
              <a:solidFill>
                <a:schemeClr val="bg1"/>
              </a:solidFill>
              <a:latin typeface="Raleway" pitchFamily="2" charset="0"/>
            </a:endParaRPr>
          </a:p>
        </p:txBody>
      </p:sp>
      <p:sp>
        <p:nvSpPr>
          <p:cNvPr id="54" name="TextBox 16">
            <a:extLst>
              <a:ext uri="{FF2B5EF4-FFF2-40B4-BE49-F238E27FC236}">
                <a16:creationId xmlns:a16="http://schemas.microsoft.com/office/drawing/2014/main" id="{95DDBBC3-A4F4-4372-B81B-83019E159AE2}"/>
              </a:ext>
            </a:extLst>
          </p:cNvPr>
          <p:cNvSpPr txBox="1"/>
          <p:nvPr/>
        </p:nvSpPr>
        <p:spPr>
          <a:xfrm>
            <a:off x="9479387" y="2088852"/>
            <a:ext cx="1759486" cy="604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s-AR" b="1" i="0" u="none" strike="noStrike" dirty="0">
                <a:solidFill>
                  <a:srgbClr val="1B1C1D"/>
                </a:solidFill>
                <a:effectLst/>
                <a:latin typeface="Raleway" pitchFamily="2" charset="0"/>
              </a:rPr>
              <a:t>Otras evaluaciones</a:t>
            </a:r>
            <a:endParaRPr lang="en-US" b="1" dirty="0">
              <a:solidFill>
                <a:schemeClr val="bg1"/>
              </a:solidFill>
              <a:latin typeface="Raleway" pitchFamily="2" charset="0"/>
            </a:endParaRPr>
          </a:p>
          <a:p>
            <a:pPr algn="ctr">
              <a:lnSpc>
                <a:spcPct val="90000"/>
              </a:lnSpc>
            </a:pPr>
            <a:endParaRPr lang="en-US" b="1" dirty="0"/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A32817B5-C438-42F0-8968-C1877F573C80}"/>
              </a:ext>
            </a:extLst>
          </p:cNvPr>
          <p:cNvSpPr txBox="1">
            <a:spLocks/>
          </p:cNvSpPr>
          <p:nvPr/>
        </p:nvSpPr>
        <p:spPr>
          <a:xfrm>
            <a:off x="2440666" y="325133"/>
            <a:ext cx="6987967" cy="78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b="1" dirty="0">
                <a:solidFill>
                  <a:srgbClr val="1B1C1D"/>
                </a:solidFill>
                <a:latin typeface="Raleway" pitchFamily="2" charset="0"/>
              </a:rPr>
              <a:t>5.1 Visión general y filosofía del modelo </a:t>
            </a:r>
            <a:endParaRPr lang="en-IN" sz="2800" dirty="0">
              <a:latin typeface="Raleway" pitchFamily="2" charset="0"/>
            </a:endParaRPr>
          </a:p>
        </p:txBody>
      </p:sp>
      <p:pic>
        <p:nvPicPr>
          <p:cNvPr id="42" name="Imagen 41" descr="Texto&#10;&#10;El contenido generado por IA puede ser incorrecto.">
            <a:extLst>
              <a:ext uri="{FF2B5EF4-FFF2-40B4-BE49-F238E27FC236}">
                <a16:creationId xmlns:a16="http://schemas.microsoft.com/office/drawing/2014/main" id="{D177A31F-5F95-4DDC-9584-19F8EA9C2B5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5794" y="-629855"/>
            <a:ext cx="1761281" cy="1761281"/>
          </a:xfrm>
          <a:prstGeom prst="rect">
            <a:avLst/>
          </a:prstGeom>
        </p:spPr>
      </p:pic>
      <p:sp>
        <p:nvSpPr>
          <p:cNvPr id="43" name="Título 1">
            <a:extLst>
              <a:ext uri="{FF2B5EF4-FFF2-40B4-BE49-F238E27FC236}">
                <a16:creationId xmlns:a16="http://schemas.microsoft.com/office/drawing/2014/main" id="{0B6FC74A-B7F0-4478-9485-21E61B42B981}"/>
              </a:ext>
            </a:extLst>
          </p:cNvPr>
          <p:cNvSpPr txBox="1">
            <a:spLocks/>
          </p:cNvSpPr>
          <p:nvPr/>
        </p:nvSpPr>
        <p:spPr>
          <a:xfrm>
            <a:off x="9883241" y="1"/>
            <a:ext cx="2237381" cy="457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AR" sz="2000" b="1" dirty="0">
                <a:solidFill>
                  <a:srgbClr val="002060"/>
                </a:solidFill>
                <a:latin typeface="Raleway" panose="020B0604020202020204" pitchFamily="2" charset="0"/>
              </a:rPr>
              <a:t>Silver Standard</a:t>
            </a:r>
            <a:endParaRPr lang="es-AR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1860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831F1A-CC8C-483D-B53C-2BCEB64B8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621" y="1805652"/>
            <a:ext cx="11563108" cy="2758018"/>
          </a:xfrm>
        </p:spPr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AR" b="1" i="0" u="none" strike="noStrike" dirty="0">
                <a:solidFill>
                  <a:srgbClr val="002060"/>
                </a:solidFill>
                <a:effectLst/>
                <a:latin typeface="Raleway" panose="020B0604020202020204" pitchFamily="2" charset="0"/>
              </a:rPr>
              <a:t>5.4 - Puntuación y Niveles de Madurez</a:t>
            </a:r>
            <a:endParaRPr lang="es-AR" dirty="0">
              <a:solidFill>
                <a:srgbClr val="002060"/>
              </a:solidFill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5FB2CC03-BC5D-4412-B019-E7D63F6C9312}"/>
              </a:ext>
            </a:extLst>
          </p:cNvPr>
          <p:cNvSpPr txBox="1">
            <a:spLocks/>
          </p:cNvSpPr>
          <p:nvPr/>
        </p:nvSpPr>
        <p:spPr>
          <a:xfrm>
            <a:off x="9883241" y="1"/>
            <a:ext cx="2237381" cy="457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AR" sz="2000" b="1" dirty="0">
                <a:solidFill>
                  <a:srgbClr val="002060"/>
                </a:solidFill>
                <a:latin typeface="Raleway" panose="020B0604020202020204" pitchFamily="2" charset="0"/>
              </a:rPr>
              <a:t>Silver Standard</a:t>
            </a:r>
            <a:endParaRPr lang="es-AR" sz="2000" dirty="0">
              <a:solidFill>
                <a:srgbClr val="002060"/>
              </a:solidFill>
            </a:endParaRPr>
          </a:p>
        </p:txBody>
      </p:sp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037A2CF8-B4CC-48C6-818B-D696BF12E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5794" y="-629855"/>
            <a:ext cx="1761281" cy="176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372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D268CE16-1C1D-75EF-1CB9-3BA44E53F347}"/>
              </a:ext>
            </a:extLst>
          </p:cNvPr>
          <p:cNvGrpSpPr/>
          <p:nvPr/>
        </p:nvGrpSpPr>
        <p:grpSpPr>
          <a:xfrm>
            <a:off x="611029" y="2760493"/>
            <a:ext cx="2057094" cy="2057094"/>
            <a:chOff x="951577" y="2472461"/>
            <a:chExt cx="2057094" cy="2057094"/>
          </a:xfrm>
        </p:grpSpPr>
        <p:sp>
          <p:nvSpPr>
            <p:cNvPr id="5" name="Circle: Hollow 4">
              <a:extLst>
                <a:ext uri="{FF2B5EF4-FFF2-40B4-BE49-F238E27FC236}">
                  <a16:creationId xmlns:a16="http://schemas.microsoft.com/office/drawing/2014/main" id="{2C955783-603A-E0E7-AD3F-7C91FED047D1}"/>
                </a:ext>
              </a:extLst>
            </p:cNvPr>
            <p:cNvSpPr/>
            <p:nvPr/>
          </p:nvSpPr>
          <p:spPr>
            <a:xfrm>
              <a:off x="1295706" y="2816590"/>
              <a:ext cx="1368836" cy="1368836"/>
            </a:xfrm>
            <a:prstGeom prst="donut">
              <a:avLst>
                <a:gd name="adj" fmla="val 1597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Circle: Hollow 5">
              <a:extLst>
                <a:ext uri="{FF2B5EF4-FFF2-40B4-BE49-F238E27FC236}">
                  <a16:creationId xmlns:a16="http://schemas.microsoft.com/office/drawing/2014/main" id="{AD31DFF1-19C7-381B-ECDB-DEBC9C52E60E}"/>
                </a:ext>
              </a:extLst>
            </p:cNvPr>
            <p:cNvSpPr/>
            <p:nvPr/>
          </p:nvSpPr>
          <p:spPr>
            <a:xfrm>
              <a:off x="951577" y="2472461"/>
              <a:ext cx="2057094" cy="2057094"/>
            </a:xfrm>
            <a:prstGeom prst="donut">
              <a:avLst>
                <a:gd name="adj" fmla="val 8942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157B3B7-1812-18FE-51FE-180BE7BB48BA}"/>
                </a:ext>
              </a:extLst>
            </p:cNvPr>
            <p:cNvSpPr/>
            <p:nvPr/>
          </p:nvSpPr>
          <p:spPr>
            <a:xfrm>
              <a:off x="1664768" y="3185652"/>
              <a:ext cx="630712" cy="63071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420D73B-7225-6E7B-5E16-F8762B099066}"/>
              </a:ext>
            </a:extLst>
          </p:cNvPr>
          <p:cNvSpPr/>
          <p:nvPr/>
        </p:nvSpPr>
        <p:spPr>
          <a:xfrm>
            <a:off x="4125758" y="1212797"/>
            <a:ext cx="4128286" cy="5184576"/>
          </a:xfrm>
          <a:prstGeom prst="roundRect">
            <a:avLst>
              <a:gd name="adj" fmla="val 423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Raleway" pitchFamily="2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A92193C-51BA-8270-CC9C-B7DE46681255}"/>
              </a:ext>
            </a:extLst>
          </p:cNvPr>
          <p:cNvSpPr/>
          <p:nvPr/>
        </p:nvSpPr>
        <p:spPr>
          <a:xfrm>
            <a:off x="8403908" y="1196753"/>
            <a:ext cx="3177064" cy="1624033"/>
          </a:xfrm>
          <a:prstGeom prst="roundRect">
            <a:avLst>
              <a:gd name="adj" fmla="val 95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7D030F3-D350-9BAE-29A7-E14B55535320}"/>
              </a:ext>
            </a:extLst>
          </p:cNvPr>
          <p:cNvSpPr/>
          <p:nvPr/>
        </p:nvSpPr>
        <p:spPr>
          <a:xfrm>
            <a:off x="8403908" y="2976929"/>
            <a:ext cx="3177064" cy="1624033"/>
          </a:xfrm>
          <a:prstGeom prst="roundRect">
            <a:avLst>
              <a:gd name="adj" fmla="val 954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4710096-75B2-45CC-3C93-C5AE8D5DF151}"/>
              </a:ext>
            </a:extLst>
          </p:cNvPr>
          <p:cNvSpPr/>
          <p:nvPr/>
        </p:nvSpPr>
        <p:spPr>
          <a:xfrm>
            <a:off x="8403908" y="4757103"/>
            <a:ext cx="3177064" cy="1624033"/>
          </a:xfrm>
          <a:prstGeom prst="roundRect">
            <a:avLst>
              <a:gd name="adj" fmla="val 954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12D9A20-087C-5EEE-F05E-F2E5A2D541B9}"/>
              </a:ext>
            </a:extLst>
          </p:cNvPr>
          <p:cNvGrpSpPr/>
          <p:nvPr/>
        </p:nvGrpSpPr>
        <p:grpSpPr>
          <a:xfrm>
            <a:off x="4985625" y="1458798"/>
            <a:ext cx="2871614" cy="4575897"/>
            <a:chOff x="4573136" y="1458797"/>
            <a:chExt cx="3398099" cy="4575897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BA343B69-0EB0-3BF6-E8B1-DA526C375418}"/>
                </a:ext>
              </a:extLst>
            </p:cNvPr>
            <p:cNvGrpSpPr/>
            <p:nvPr/>
          </p:nvGrpSpPr>
          <p:grpSpPr>
            <a:xfrm>
              <a:off x="4621677" y="2924944"/>
              <a:ext cx="3281680" cy="1728192"/>
              <a:chOff x="4006180" y="2924944"/>
              <a:chExt cx="4104456" cy="1728192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A71B3C15-3A66-AB6E-4BF5-E74B50219BE6}"/>
                  </a:ext>
                </a:extLst>
              </p:cNvPr>
              <p:cNvCxnSpPr/>
              <p:nvPr/>
            </p:nvCxnSpPr>
            <p:spPr>
              <a:xfrm>
                <a:off x="4006180" y="2924944"/>
                <a:ext cx="4104456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0446CD3E-4594-F570-44EE-74D0D6579AEC}"/>
                  </a:ext>
                </a:extLst>
              </p:cNvPr>
              <p:cNvCxnSpPr/>
              <p:nvPr/>
            </p:nvCxnSpPr>
            <p:spPr>
              <a:xfrm>
                <a:off x="4006180" y="4653136"/>
                <a:ext cx="4104456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11DB423-4EAE-AC57-9153-F39957D2A9B0}"/>
                </a:ext>
              </a:extLst>
            </p:cNvPr>
            <p:cNvGrpSpPr/>
            <p:nvPr/>
          </p:nvGrpSpPr>
          <p:grpSpPr>
            <a:xfrm>
              <a:off x="4578490" y="1458797"/>
              <a:ext cx="3392745" cy="1346800"/>
              <a:chOff x="4664899" y="1507631"/>
              <a:chExt cx="2620217" cy="1346800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D070175D-8115-7145-1937-09C1D7C73BF1}"/>
                  </a:ext>
                </a:extLst>
              </p:cNvPr>
              <p:cNvSpPr/>
              <p:nvPr/>
            </p:nvSpPr>
            <p:spPr>
              <a:xfrm>
                <a:off x="4664899" y="1507631"/>
                <a:ext cx="2601139" cy="331937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IN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Raleway" pitchFamily="2" charset="0"/>
                    <a:ea typeface="Open Sans" panose="020B0606030504020204" pitchFamily="34" charset="0"/>
                    <a:cs typeface="Segoe UI" panose="020B0502040204020203" pitchFamily="34" charset="0"/>
                  </a:rPr>
                  <a:t>Nivel 1 - BRONCE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B9058BF3-5994-2B12-2DE7-091F3E26AB8F}"/>
                  </a:ext>
                </a:extLst>
              </p:cNvPr>
              <p:cNvSpPr/>
              <p:nvPr/>
            </p:nvSpPr>
            <p:spPr>
              <a:xfrm>
                <a:off x="4683967" y="1844868"/>
                <a:ext cx="2601149" cy="1009563"/>
              </a:xfrm>
              <a:prstGeom prst="rect">
                <a:avLst/>
              </a:prstGeom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IN" sz="1400" b="1" dirty="0" err="1">
                    <a:latin typeface="Raleway" pitchFamily="2" charset="0"/>
                    <a:ea typeface="Open Sans" panose="020B0606030504020204" pitchFamily="34" charset="0"/>
                    <a:cs typeface="Segoe UI" panose="020B0502040204020203" pitchFamily="34" charset="0"/>
                  </a:rPr>
                  <a:t>Consciente</a:t>
                </a:r>
                <a:r>
                  <a:rPr lang="en-IN" sz="1400" b="1" dirty="0">
                    <a:latin typeface="Raleway" pitchFamily="2" charset="0"/>
                    <a:ea typeface="Open Sans" panose="020B0606030504020204" pitchFamily="34" charset="0"/>
                    <a:cs typeface="Segoe UI" panose="020B0502040204020203" pitchFamily="34" charset="0"/>
                  </a:rPr>
                  <a:t> y </a:t>
                </a:r>
                <a:r>
                  <a:rPr lang="en-IN" sz="1400" b="1" dirty="0" err="1">
                    <a:latin typeface="Raleway" pitchFamily="2" charset="0"/>
                    <a:ea typeface="Open Sans" panose="020B0606030504020204" pitchFamily="34" charset="0"/>
                    <a:cs typeface="Segoe UI" panose="020B0502040204020203" pitchFamily="34" charset="0"/>
                  </a:rPr>
                  <a:t>Conforme</a:t>
                </a:r>
                <a:br>
                  <a:rPr lang="en-IN" sz="1000" b="1" dirty="0">
                    <a:latin typeface="Raleway" pitchFamily="2" charset="0"/>
                    <a:ea typeface="Open Sans" panose="020B0606030504020204" pitchFamily="34" charset="0"/>
                    <a:cs typeface="Segoe UI" panose="020B0502040204020203" pitchFamily="34" charset="0"/>
                  </a:rPr>
                </a:br>
                <a:r>
                  <a:rPr lang="es-MX" sz="1200" b="1" i="0" u="none" strike="noStrike" dirty="0">
                    <a:effectLst/>
                    <a:latin typeface="Raleway" pitchFamily="2" charset="0"/>
                  </a:rPr>
                  <a:t>La empresa cumple con los requisitos legales básicos y ha iniciado algunas prácticas amigables con la edad de manera ad-hoc o aislada</a:t>
                </a:r>
                <a:r>
                  <a:rPr lang="es-MX" sz="1000" b="1" i="0" u="none" strike="noStrike" dirty="0">
                    <a:effectLst/>
                    <a:latin typeface="Raleway" pitchFamily="2" charset="0"/>
                  </a:rPr>
                  <a:t>.</a:t>
                </a:r>
                <a:endParaRPr lang="en-IN" sz="1000" b="1" dirty="0"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61F1C6AA-CBE3-EF8C-22FE-8200A16F4EDB}"/>
                </a:ext>
              </a:extLst>
            </p:cNvPr>
            <p:cNvGrpSpPr/>
            <p:nvPr/>
          </p:nvGrpSpPr>
          <p:grpSpPr>
            <a:xfrm>
              <a:off x="4578490" y="3185997"/>
              <a:ext cx="3368055" cy="1368806"/>
              <a:chOff x="4664899" y="1507631"/>
              <a:chExt cx="2601149" cy="1368806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8D75A1DD-C139-43C3-76B9-F6A2368E4D53}"/>
                  </a:ext>
                </a:extLst>
              </p:cNvPr>
              <p:cNvSpPr/>
              <p:nvPr/>
            </p:nvSpPr>
            <p:spPr>
              <a:xfrm>
                <a:off x="4664899" y="1507631"/>
                <a:ext cx="2601139" cy="331937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IN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Raleway" pitchFamily="2" charset="0"/>
                    <a:ea typeface="Open Sans" panose="020B0606030504020204" pitchFamily="34" charset="0"/>
                    <a:cs typeface="Segoe UI" panose="020B0502040204020203" pitchFamily="34" charset="0"/>
                  </a:rPr>
                  <a:t>Nivel 2 - PLATA</a:t>
                </a: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72CF1C14-4830-C119-65AD-D98B7FD145E3}"/>
                  </a:ext>
                </a:extLst>
              </p:cNvPr>
              <p:cNvSpPr/>
              <p:nvPr/>
            </p:nvSpPr>
            <p:spPr>
              <a:xfrm>
                <a:off x="4664899" y="1866875"/>
                <a:ext cx="2601149" cy="1009562"/>
              </a:xfrm>
              <a:prstGeom prst="rect">
                <a:avLst/>
              </a:prstGeom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IN" sz="14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Raleway" pitchFamily="2" charset="0"/>
                    <a:ea typeface="Open Sans" panose="020B0606030504020204" pitchFamily="34" charset="0"/>
                    <a:cs typeface="Segoe UI" panose="020B0502040204020203" pitchFamily="34" charset="0"/>
                  </a:rPr>
                  <a:t>Integrado</a:t>
                </a:r>
                <a:r>
                  <a:rPr lang="en-IN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Raleway" pitchFamily="2" charset="0"/>
                    <a:ea typeface="Open Sans" panose="020B0606030504020204" pitchFamily="34" charset="0"/>
                    <a:cs typeface="Segoe UI" panose="020B0502040204020203" pitchFamily="34" charset="0"/>
                  </a:rPr>
                  <a:t> e </a:t>
                </a:r>
                <a:r>
                  <a:rPr lang="en-IN" sz="14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Raleway" pitchFamily="2" charset="0"/>
                    <a:ea typeface="Open Sans" panose="020B0606030504020204" pitchFamily="34" charset="0"/>
                    <a:cs typeface="Segoe UI" panose="020B0502040204020203" pitchFamily="34" charset="0"/>
                  </a:rPr>
                  <a:t>Intencional</a:t>
                </a:r>
                <a:endParaRPr lang="en-IN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s-MX" sz="1200" b="1" i="0" u="none" strike="noStrike" dirty="0">
                    <a:effectLst/>
                    <a:latin typeface="Raleway" pitchFamily="2" charset="0"/>
                  </a:rPr>
                  <a:t>La empresa ha formalizado políticas y procedimientos en múltiples pilares</a:t>
                </a:r>
                <a:r>
                  <a:rPr lang="es-MX" sz="1000" b="1" i="0" u="none" strike="noStrike" dirty="0">
                    <a:effectLst/>
                    <a:latin typeface="Raleway" pitchFamily="2" charset="0"/>
                  </a:rPr>
                  <a:t>.</a:t>
                </a:r>
                <a:endParaRPr lang="en-IN" sz="1000" b="1" dirty="0"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D7E0A3BE-DCE0-66EF-6A49-2F8901D3E0B4}"/>
                </a:ext>
              </a:extLst>
            </p:cNvPr>
            <p:cNvGrpSpPr/>
            <p:nvPr/>
          </p:nvGrpSpPr>
          <p:grpSpPr>
            <a:xfrm>
              <a:off x="4573136" y="4933517"/>
              <a:ext cx="3373394" cy="1101177"/>
              <a:chOff x="4660766" y="1507631"/>
              <a:chExt cx="2605273" cy="1101177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B421436F-9BF7-1574-5A41-48F41673C6C7}"/>
                  </a:ext>
                </a:extLst>
              </p:cNvPr>
              <p:cNvSpPr/>
              <p:nvPr/>
            </p:nvSpPr>
            <p:spPr>
              <a:xfrm>
                <a:off x="4664900" y="1507631"/>
                <a:ext cx="2601139" cy="331937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IN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Raleway" pitchFamily="2" charset="0"/>
                    <a:ea typeface="Open Sans" panose="020B0606030504020204" pitchFamily="34" charset="0"/>
                    <a:cs typeface="Segoe UI" panose="020B0502040204020203" pitchFamily="34" charset="0"/>
                  </a:rPr>
                  <a:t>Nivel 3 - ORO</a:t>
                </a: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BA44E280-25F8-C206-0016-52B358F1B817}"/>
                  </a:ext>
                </a:extLst>
              </p:cNvPr>
              <p:cNvSpPr/>
              <p:nvPr/>
            </p:nvSpPr>
            <p:spPr>
              <a:xfrm>
                <a:off x="4660766" y="1846809"/>
                <a:ext cx="2601149" cy="761999"/>
              </a:xfrm>
              <a:prstGeom prst="rect">
                <a:avLst/>
              </a:prstGeom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IN" sz="14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Raleway" pitchFamily="2" charset="0"/>
                    <a:ea typeface="Open Sans" panose="020B0606030504020204" pitchFamily="34" charset="0"/>
                    <a:cs typeface="Segoe UI" panose="020B0502040204020203" pitchFamily="34" charset="0"/>
                  </a:rPr>
                  <a:t>Optimizado</a:t>
                </a:r>
                <a:r>
                  <a:rPr lang="en-IN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Raleway" pitchFamily="2" charset="0"/>
                    <a:ea typeface="Open Sans" panose="020B0606030504020204" pitchFamily="34" charset="0"/>
                    <a:cs typeface="Segoe UI" panose="020B0502040204020203" pitchFamily="34" charset="0"/>
                  </a:rPr>
                  <a:t> y </a:t>
                </a:r>
                <a:r>
                  <a:rPr lang="en-IN" sz="14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Raleway" pitchFamily="2" charset="0"/>
                    <a:ea typeface="Open Sans" panose="020B0606030504020204" pitchFamily="34" charset="0"/>
                    <a:cs typeface="Segoe UI" panose="020B0502040204020203" pitchFamily="34" charset="0"/>
                  </a:rPr>
                  <a:t>Líder</a:t>
                </a:r>
                <a:endParaRPr lang="en-IN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s-MX" sz="1400" b="1" i="0" u="none" strike="noStrike" dirty="0">
                    <a:effectLst/>
                    <a:latin typeface="Google Sans Text"/>
                  </a:rPr>
                  <a:t>La amigabilidad con la edad está profundamente arraigada en la estrategia y la cultura corporativa</a:t>
                </a:r>
                <a:endParaRPr lang="en-IN" sz="1400" b="1" dirty="0">
                  <a:latin typeface="Raleway" pitchFamily="2" charset="0"/>
                  <a:ea typeface="Open Sans" panose="020B0606030504020204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12456221-0F01-E9EB-E75B-CB5DA22D2A7B}"/>
              </a:ext>
            </a:extLst>
          </p:cNvPr>
          <p:cNvSpPr/>
          <p:nvPr/>
        </p:nvSpPr>
        <p:spPr>
          <a:xfrm>
            <a:off x="9694228" y="1627770"/>
            <a:ext cx="1615440" cy="76199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es-MX" sz="1400" b="1" i="0" u="none" strike="noStrike" dirty="0">
                <a:solidFill>
                  <a:schemeClr val="bg1"/>
                </a:solidFill>
                <a:effectLst/>
                <a:latin typeface="Raleway" pitchFamily="2" charset="0"/>
              </a:rPr>
              <a:t> Hay una conciencia del problema, pero no una estrategia integrada</a:t>
            </a:r>
            <a:endParaRPr lang="en-IN" sz="1400" b="1" dirty="0">
              <a:solidFill>
                <a:schemeClr val="bg1"/>
              </a:solidFill>
              <a:latin typeface="Raleway" pitchFamily="2" charset="0"/>
              <a:ea typeface="Open Sans" panose="020B0606030504020204" pitchFamily="34" charset="0"/>
              <a:cs typeface="Segoe UI" panose="020B0502040204020203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40A201D-4ED1-461D-3513-B4ECA0DC8C73}"/>
              </a:ext>
            </a:extLst>
          </p:cNvPr>
          <p:cNvSpPr/>
          <p:nvPr/>
        </p:nvSpPr>
        <p:spPr>
          <a:xfrm>
            <a:off x="9694228" y="3407946"/>
            <a:ext cx="1615440" cy="76199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es-MX" sz="1100" b="1" i="0" u="none" strike="noStrike" dirty="0">
                <a:solidFill>
                  <a:schemeClr val="bg1"/>
                </a:solidFill>
                <a:effectLst/>
                <a:latin typeface="Raleway" pitchFamily="2" charset="0"/>
              </a:rPr>
              <a:t>La formación del personal es generalizada y las prácticas son consistentes en toda la organización. Hay una estrategia clara y un compromiso visible</a:t>
            </a:r>
            <a:endParaRPr lang="en-IN" sz="1100" b="1" dirty="0">
              <a:solidFill>
                <a:schemeClr val="bg1"/>
              </a:solidFill>
              <a:latin typeface="Raleway" pitchFamily="2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F7E152D-DF1F-865A-E37F-652034D5D8F0}"/>
              </a:ext>
            </a:extLst>
          </p:cNvPr>
          <p:cNvSpPr/>
          <p:nvPr/>
        </p:nvSpPr>
        <p:spPr>
          <a:xfrm>
            <a:off x="9694228" y="5188120"/>
            <a:ext cx="1615440" cy="76199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es-MX" sz="1100" b="1" i="0" u="none" strike="noStrike" dirty="0">
                <a:solidFill>
                  <a:schemeClr val="bg1"/>
                </a:solidFill>
                <a:effectLst/>
                <a:latin typeface="Google Sans Text"/>
              </a:rPr>
              <a:t>La empresa utiliza su comprensión del mercado plateado para impulsar la innovación en productos y servicios. Es reconocida externamente como líder y defensora de la inclusión por edad</a:t>
            </a:r>
            <a:endParaRPr lang="en-IN" sz="1100" b="1" dirty="0">
              <a:solidFill>
                <a:schemeClr val="bg1"/>
              </a:solidFill>
              <a:latin typeface="Segoe UI" panose="020B0502040204020203" pitchFamily="34" charset="0"/>
              <a:ea typeface="Open Sans" panose="020B0606030504020204" pitchFamily="34" charset="0"/>
              <a:cs typeface="Segoe UI" panose="020B0502040204020203" pitchFamily="34" charset="0"/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6BE9046-FF71-9FDD-7B04-B99315DAD751}"/>
              </a:ext>
            </a:extLst>
          </p:cNvPr>
          <p:cNvCxnSpPr>
            <a:cxnSpLocks/>
          </p:cNvCxnSpPr>
          <p:nvPr/>
        </p:nvCxnSpPr>
        <p:spPr>
          <a:xfrm flipV="1">
            <a:off x="2400660" y="2310581"/>
            <a:ext cx="1347019" cy="9144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3DA1B5A-1606-7428-638A-F6B5BD54E49E}"/>
              </a:ext>
            </a:extLst>
          </p:cNvPr>
          <p:cNvCxnSpPr>
            <a:cxnSpLocks/>
          </p:cNvCxnSpPr>
          <p:nvPr/>
        </p:nvCxnSpPr>
        <p:spPr>
          <a:xfrm flipH="1" flipV="1">
            <a:off x="1653408" y="3805085"/>
            <a:ext cx="2094271" cy="1573161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FE336C0-2722-1341-2C55-E02E4B0D2AD4}"/>
              </a:ext>
            </a:extLst>
          </p:cNvPr>
          <p:cNvCxnSpPr>
            <a:cxnSpLocks/>
          </p:cNvCxnSpPr>
          <p:nvPr/>
        </p:nvCxnSpPr>
        <p:spPr>
          <a:xfrm>
            <a:off x="2206309" y="3788944"/>
            <a:ext cx="186583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Graphic 87" descr="Target outline">
            <a:extLst>
              <a:ext uri="{FF2B5EF4-FFF2-40B4-BE49-F238E27FC236}">
                <a16:creationId xmlns:a16="http://schemas.microsoft.com/office/drawing/2014/main" id="{3B769182-4237-FF0C-7691-43DFB13EE2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4281" y="3558041"/>
            <a:ext cx="437878" cy="437878"/>
          </a:xfrm>
          <a:prstGeom prst="rect">
            <a:avLst/>
          </a:prstGeom>
        </p:spPr>
      </p:pic>
      <p:pic>
        <p:nvPicPr>
          <p:cNvPr id="90" name="Graphic 89" descr="Bank outline">
            <a:extLst>
              <a:ext uri="{FF2B5EF4-FFF2-40B4-BE49-F238E27FC236}">
                <a16:creationId xmlns:a16="http://schemas.microsoft.com/office/drawing/2014/main" id="{09C31018-9EED-11DB-4221-579F554C6F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0452" y="1651744"/>
            <a:ext cx="714048" cy="714048"/>
          </a:xfrm>
          <a:prstGeom prst="rect">
            <a:avLst/>
          </a:prstGeom>
        </p:spPr>
      </p:pic>
      <p:pic>
        <p:nvPicPr>
          <p:cNvPr id="92" name="Graphic 91" descr="Board Of Directors outline">
            <a:extLst>
              <a:ext uri="{FF2B5EF4-FFF2-40B4-BE49-F238E27FC236}">
                <a16:creationId xmlns:a16="http://schemas.microsoft.com/office/drawing/2014/main" id="{E43FC3A8-2E2C-80FD-6BA0-11FE45E295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80452" y="3431920"/>
            <a:ext cx="714048" cy="714048"/>
          </a:xfrm>
          <a:prstGeom prst="rect">
            <a:avLst/>
          </a:prstGeom>
        </p:spPr>
      </p:pic>
      <p:pic>
        <p:nvPicPr>
          <p:cNvPr id="94" name="Graphic 93" descr="Boardroom outline">
            <a:extLst>
              <a:ext uri="{FF2B5EF4-FFF2-40B4-BE49-F238E27FC236}">
                <a16:creationId xmlns:a16="http://schemas.microsoft.com/office/drawing/2014/main" id="{8D9BA537-7446-AC94-3C33-D357F0BB662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80452" y="5212094"/>
            <a:ext cx="714048" cy="714048"/>
          </a:xfrm>
          <a:prstGeom prst="rect">
            <a:avLst/>
          </a:prstGeom>
        </p:spPr>
      </p:pic>
      <p:sp>
        <p:nvSpPr>
          <p:cNvPr id="69" name="Oval 68">
            <a:extLst>
              <a:ext uri="{FF2B5EF4-FFF2-40B4-BE49-F238E27FC236}">
                <a16:creationId xmlns:a16="http://schemas.microsoft.com/office/drawing/2014/main" id="{12EB1BB5-7BF5-3169-06F0-6388B44D9C6F}"/>
              </a:ext>
            </a:extLst>
          </p:cNvPr>
          <p:cNvSpPr/>
          <p:nvPr/>
        </p:nvSpPr>
        <p:spPr>
          <a:xfrm>
            <a:off x="3619996" y="1537052"/>
            <a:ext cx="943432" cy="943432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7BBF4568-FC36-DD47-BE04-A276257A3984}"/>
              </a:ext>
            </a:extLst>
          </p:cNvPr>
          <p:cNvSpPr/>
          <p:nvPr/>
        </p:nvSpPr>
        <p:spPr>
          <a:xfrm>
            <a:off x="3619996" y="3317228"/>
            <a:ext cx="943432" cy="943432"/>
          </a:xfrm>
          <a:prstGeom prst="ellipse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167F672-0F91-EC15-CEEE-CD7F2B72BFDB}"/>
              </a:ext>
            </a:extLst>
          </p:cNvPr>
          <p:cNvSpPr/>
          <p:nvPr/>
        </p:nvSpPr>
        <p:spPr>
          <a:xfrm>
            <a:off x="3619996" y="5097402"/>
            <a:ext cx="943432" cy="943432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17FD22E-7A3C-4897-92FF-8839ABB435DA}"/>
              </a:ext>
            </a:extLst>
          </p:cNvPr>
          <p:cNvSpPr txBox="1"/>
          <p:nvPr/>
        </p:nvSpPr>
        <p:spPr>
          <a:xfrm>
            <a:off x="3832668" y="1777937"/>
            <a:ext cx="518091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a typeface="Segoe UI Black" panose="020B0A02040204020203" pitchFamily="34" charset="0"/>
              </a:rPr>
              <a:t>01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2065A87-EE26-9C9D-EEA7-BC21CABF13FE}"/>
              </a:ext>
            </a:extLst>
          </p:cNvPr>
          <p:cNvSpPr txBox="1"/>
          <p:nvPr/>
        </p:nvSpPr>
        <p:spPr>
          <a:xfrm>
            <a:off x="3832668" y="3558113"/>
            <a:ext cx="518091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a typeface="Segoe UI Black" panose="020B0A02040204020203" pitchFamily="34" charset="0"/>
              </a:rPr>
              <a:t>02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E7B5636-20FD-16BF-1FC2-D68438674C22}"/>
              </a:ext>
            </a:extLst>
          </p:cNvPr>
          <p:cNvSpPr txBox="1"/>
          <p:nvPr/>
        </p:nvSpPr>
        <p:spPr>
          <a:xfrm>
            <a:off x="3832668" y="5338287"/>
            <a:ext cx="518091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a typeface="Segoe UI Black" panose="020B0A02040204020203" pitchFamily="34" charset="0"/>
              </a:rPr>
              <a:t>03</a:t>
            </a:r>
          </a:p>
        </p:txBody>
      </p:sp>
      <p:sp>
        <p:nvSpPr>
          <p:cNvPr id="41" name="Title 3">
            <a:extLst>
              <a:ext uri="{FF2B5EF4-FFF2-40B4-BE49-F238E27FC236}">
                <a16:creationId xmlns:a16="http://schemas.microsoft.com/office/drawing/2014/main" id="{471F091E-2458-44F7-A315-D39017EEB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2964" y="252418"/>
            <a:ext cx="6418439" cy="782207"/>
          </a:xfrm>
        </p:spPr>
        <p:txBody>
          <a:bodyPr>
            <a:noAutofit/>
          </a:bodyPr>
          <a:lstStyle/>
          <a:p>
            <a:r>
              <a:rPr lang="es-MX" sz="2800" b="1" dirty="0">
                <a:solidFill>
                  <a:srgbClr val="1B1C1D"/>
                </a:solidFill>
                <a:latin typeface="Raleway" pitchFamily="2" charset="0"/>
              </a:rPr>
              <a:t>5</a:t>
            </a:r>
            <a:r>
              <a:rPr lang="es-MX" sz="2800" b="1" i="0" u="none" strike="noStrike" dirty="0">
                <a:solidFill>
                  <a:srgbClr val="1B1C1D"/>
                </a:solidFill>
                <a:effectLst/>
                <a:latin typeface="Raleway" pitchFamily="2" charset="0"/>
              </a:rPr>
              <a:t>.4 Puntuación y niveles de Madurez</a:t>
            </a:r>
            <a:endParaRPr lang="en-IN" sz="2800" dirty="0">
              <a:latin typeface="Raleway" pitchFamily="2" charset="0"/>
            </a:endParaRPr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0D9ACA8C-005F-46B3-ACD7-0DC0E7C120D4}"/>
              </a:ext>
            </a:extLst>
          </p:cNvPr>
          <p:cNvSpPr txBox="1">
            <a:spLocks/>
          </p:cNvSpPr>
          <p:nvPr/>
        </p:nvSpPr>
        <p:spPr>
          <a:xfrm>
            <a:off x="9992440" y="19664"/>
            <a:ext cx="2237381" cy="457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AR" sz="2000" b="1" dirty="0">
                <a:solidFill>
                  <a:srgbClr val="002060"/>
                </a:solidFill>
                <a:latin typeface="Raleway" panose="020B0604020202020204" pitchFamily="2" charset="0"/>
              </a:rPr>
              <a:t>Silver Standard</a:t>
            </a:r>
            <a:endParaRPr lang="es-AR" sz="2000" dirty="0">
              <a:solidFill>
                <a:srgbClr val="002060"/>
              </a:solidFill>
            </a:endParaRPr>
          </a:p>
        </p:txBody>
      </p:sp>
      <p:pic>
        <p:nvPicPr>
          <p:cNvPr id="43" name="Imagen 42" descr="Texto&#10;&#10;El contenido generado por IA puede ser incorrecto.">
            <a:extLst>
              <a:ext uri="{FF2B5EF4-FFF2-40B4-BE49-F238E27FC236}">
                <a16:creationId xmlns:a16="http://schemas.microsoft.com/office/drawing/2014/main" id="{8AF470A1-EF12-4FEA-B0D0-CEC92B2388E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5794" y="-629855"/>
            <a:ext cx="1761281" cy="176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568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831F1A-CC8C-483D-B53C-2BCEB64B8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621" y="1805652"/>
            <a:ext cx="11563108" cy="2758018"/>
          </a:xfrm>
        </p:spPr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AR" b="1" dirty="0">
                <a:solidFill>
                  <a:srgbClr val="002060"/>
                </a:solidFill>
                <a:latin typeface="Raleway" panose="020B0604020202020204" pitchFamily="2" charset="0"/>
              </a:rPr>
              <a:t>6.</a:t>
            </a:r>
            <a:r>
              <a:rPr lang="es-AR" b="1" i="0" u="none" strike="noStrike" dirty="0">
                <a:solidFill>
                  <a:srgbClr val="002060"/>
                </a:solidFill>
                <a:effectLst/>
                <a:latin typeface="Raleway" panose="020B0604020202020204" pitchFamily="2" charset="0"/>
              </a:rPr>
              <a:t> Cuantificando el ROI de ser “Amigable con la edad”</a:t>
            </a:r>
            <a:endParaRPr lang="es-AR" dirty="0">
              <a:solidFill>
                <a:srgbClr val="002060"/>
              </a:solidFill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F54FA0EB-EB2F-48EB-9E4F-3DF5D096D96A}"/>
              </a:ext>
            </a:extLst>
          </p:cNvPr>
          <p:cNvSpPr txBox="1">
            <a:spLocks/>
          </p:cNvSpPr>
          <p:nvPr/>
        </p:nvSpPr>
        <p:spPr>
          <a:xfrm>
            <a:off x="9883241" y="1"/>
            <a:ext cx="2237381" cy="457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AR" sz="2000" b="1" dirty="0">
                <a:solidFill>
                  <a:srgbClr val="002060"/>
                </a:solidFill>
                <a:latin typeface="Raleway" panose="020B0604020202020204" pitchFamily="2" charset="0"/>
              </a:rPr>
              <a:t>Silver Standard</a:t>
            </a:r>
            <a:endParaRPr lang="es-AR" sz="2000" dirty="0">
              <a:solidFill>
                <a:srgbClr val="002060"/>
              </a:solidFill>
            </a:endParaRPr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6938387B-C066-477F-9055-07B3B30329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5794" y="-629855"/>
            <a:ext cx="1761281" cy="176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396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val 45">
            <a:extLst>
              <a:ext uri="{FF2B5EF4-FFF2-40B4-BE49-F238E27FC236}">
                <a16:creationId xmlns:a16="http://schemas.microsoft.com/office/drawing/2014/main" id="{EB01425E-5C61-44BE-AB7D-E3BBEF1500EB}"/>
              </a:ext>
            </a:extLst>
          </p:cNvPr>
          <p:cNvSpPr/>
          <p:nvPr/>
        </p:nvSpPr>
        <p:spPr>
          <a:xfrm>
            <a:off x="4921923" y="5826788"/>
            <a:ext cx="5858658" cy="400050"/>
          </a:xfrm>
          <a:prstGeom prst="ellipse">
            <a:avLst/>
          </a:prstGeom>
          <a:gradFill flip="none" rotWithShape="1">
            <a:gsLst>
              <a:gs pos="0">
                <a:sysClr val="windowText" lastClr="000000">
                  <a:lumMod val="50000"/>
                  <a:lumOff val="50000"/>
                </a:sysClr>
              </a:gs>
              <a:gs pos="100000">
                <a:sysClr val="window" lastClr="FFFFFF">
                  <a:alpha val="0"/>
                  <a:lumMod val="100000"/>
                </a:sys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lIns="68577" tIns="34289" rIns="68577" bIns="34289" rtlCol="0" anchor="ctr"/>
          <a:lstStyle/>
          <a:p>
            <a:pPr algn="ctr" defTabSz="685777">
              <a:defRPr/>
            </a:pPr>
            <a:endParaRPr lang="en-US" sz="1400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5" name="Freeform 32">
            <a:extLst>
              <a:ext uri="{FF2B5EF4-FFF2-40B4-BE49-F238E27FC236}">
                <a16:creationId xmlns:a16="http://schemas.microsoft.com/office/drawing/2014/main" id="{42699947-B2F2-4DC6-B360-9D63A72D7B16}"/>
              </a:ext>
            </a:extLst>
          </p:cNvPr>
          <p:cNvSpPr/>
          <p:nvPr/>
        </p:nvSpPr>
        <p:spPr>
          <a:xfrm flipH="1">
            <a:off x="6275437" y="1507316"/>
            <a:ext cx="922181" cy="1328803"/>
          </a:xfrm>
          <a:custGeom>
            <a:avLst/>
            <a:gdLst>
              <a:gd name="connsiteX0" fmla="*/ 0 w 1898657"/>
              <a:gd name="connsiteY0" fmla="*/ 0 h 2735840"/>
              <a:gd name="connsiteX1" fmla="*/ 50728 w 1898657"/>
              <a:gd name="connsiteY1" fmla="*/ 26814 h 2735840"/>
              <a:gd name="connsiteX2" fmla="*/ 1424985 w 1898657"/>
              <a:gd name="connsiteY2" fmla="*/ 1356673 h 2735840"/>
              <a:gd name="connsiteX3" fmla="*/ 1883360 w 1898657"/>
              <a:gd name="connsiteY3" fmla="*/ 2605273 h 2735840"/>
              <a:gd name="connsiteX4" fmla="*/ 1898657 w 1898657"/>
              <a:gd name="connsiteY4" fmla="*/ 2735840 h 2735840"/>
              <a:gd name="connsiteX5" fmla="*/ 0 w 1898657"/>
              <a:gd name="connsiteY5" fmla="*/ 2735840 h 2735840"/>
              <a:gd name="connsiteX6" fmla="*/ 0 w 1898657"/>
              <a:gd name="connsiteY6" fmla="*/ 0 h 273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8657" h="2735840">
                <a:moveTo>
                  <a:pt x="0" y="0"/>
                </a:moveTo>
                <a:lnTo>
                  <a:pt x="50728" y="26814"/>
                </a:lnTo>
                <a:cubicBezTo>
                  <a:pt x="574883" y="324778"/>
                  <a:pt x="1038470" y="759425"/>
                  <a:pt x="1424985" y="1356673"/>
                </a:cubicBezTo>
                <a:cubicBezTo>
                  <a:pt x="1660574" y="1720255"/>
                  <a:pt x="1811325" y="2135165"/>
                  <a:pt x="1883360" y="2605273"/>
                </a:cubicBezTo>
                <a:lnTo>
                  <a:pt x="1898657" y="2735840"/>
                </a:lnTo>
                <a:lnTo>
                  <a:pt x="0" y="273584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FFF92EA7-4686-4CB6-A037-31D6C9B89BA6}"/>
              </a:ext>
            </a:extLst>
          </p:cNvPr>
          <p:cNvSpPr/>
          <p:nvPr/>
        </p:nvSpPr>
        <p:spPr>
          <a:xfrm flipH="1">
            <a:off x="9122902" y="1594200"/>
            <a:ext cx="640809" cy="1241918"/>
          </a:xfrm>
          <a:custGeom>
            <a:avLst/>
            <a:gdLst>
              <a:gd name="connsiteX0" fmla="*/ 1319347 w 1319347"/>
              <a:gd name="connsiteY0" fmla="*/ 0 h 2556956"/>
              <a:gd name="connsiteX1" fmla="*/ 1319347 w 1319347"/>
              <a:gd name="connsiteY1" fmla="*/ 2556956 h 2556956"/>
              <a:gd name="connsiteX2" fmla="*/ 1380 w 1319347"/>
              <a:gd name="connsiteY2" fmla="*/ 2556956 h 2556956"/>
              <a:gd name="connsiteX3" fmla="*/ 2500 w 1319347"/>
              <a:gd name="connsiteY3" fmla="*/ 2506327 h 2556956"/>
              <a:gd name="connsiteX4" fmla="*/ 1183588 w 1319347"/>
              <a:gd name="connsiteY4" fmla="*/ 85434 h 2556956"/>
              <a:gd name="connsiteX5" fmla="*/ 1319347 w 1319347"/>
              <a:gd name="connsiteY5" fmla="*/ 0 h 2556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19347" h="2556956">
                <a:moveTo>
                  <a:pt x="1319347" y="0"/>
                </a:moveTo>
                <a:lnTo>
                  <a:pt x="1319347" y="2556956"/>
                </a:lnTo>
                <a:lnTo>
                  <a:pt x="1380" y="2556956"/>
                </a:lnTo>
                <a:lnTo>
                  <a:pt x="2500" y="2506327"/>
                </a:lnTo>
                <a:cubicBezTo>
                  <a:pt x="-37108" y="1394535"/>
                  <a:pt x="395570" y="612961"/>
                  <a:pt x="1183588" y="85434"/>
                </a:cubicBezTo>
                <a:lnTo>
                  <a:pt x="1319347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29">
            <a:extLst>
              <a:ext uri="{FF2B5EF4-FFF2-40B4-BE49-F238E27FC236}">
                <a16:creationId xmlns:a16="http://schemas.microsoft.com/office/drawing/2014/main" id="{2D024EAD-BCAE-4549-A71E-BF7F1B584971}"/>
              </a:ext>
            </a:extLst>
          </p:cNvPr>
          <p:cNvSpPr/>
          <p:nvPr/>
        </p:nvSpPr>
        <p:spPr>
          <a:xfrm flipH="1">
            <a:off x="9122901" y="2906244"/>
            <a:ext cx="1044819" cy="1565713"/>
          </a:xfrm>
          <a:custGeom>
            <a:avLst/>
            <a:gdLst>
              <a:gd name="connsiteX0" fmla="*/ 994784 w 2315944"/>
              <a:gd name="connsiteY0" fmla="*/ 0 h 3223609"/>
              <a:gd name="connsiteX1" fmla="*/ 2315944 w 2315944"/>
              <a:gd name="connsiteY1" fmla="*/ 0 h 3223609"/>
              <a:gd name="connsiteX2" fmla="*/ 2315944 w 2315944"/>
              <a:gd name="connsiteY2" fmla="*/ 3223609 h 3223609"/>
              <a:gd name="connsiteX3" fmla="*/ 618547 w 2315944"/>
              <a:gd name="connsiteY3" fmla="*/ 3223609 h 3223609"/>
              <a:gd name="connsiteX4" fmla="*/ 586507 w 2315944"/>
              <a:gd name="connsiteY4" fmla="*/ 3197651 h 3223609"/>
              <a:gd name="connsiteX5" fmla="*/ 517851 w 2315944"/>
              <a:gd name="connsiteY5" fmla="*/ 2815333 h 3223609"/>
              <a:gd name="connsiteX6" fmla="*/ 473622 w 2315944"/>
              <a:gd name="connsiteY6" fmla="*/ 2370946 h 3223609"/>
              <a:gd name="connsiteX7" fmla="*/ 151471 w 2315944"/>
              <a:gd name="connsiteY7" fmla="*/ 2120689 h 3223609"/>
              <a:gd name="connsiteX8" fmla="*/ 70933 w 2315944"/>
              <a:gd name="connsiteY8" fmla="*/ 1653192 h 3223609"/>
              <a:gd name="connsiteX9" fmla="*/ 320468 w 2315944"/>
              <a:gd name="connsiteY9" fmla="*/ 1361997 h 3223609"/>
              <a:gd name="connsiteX10" fmla="*/ 993764 w 2315944"/>
              <a:gd name="connsiteY10" fmla="*/ 46092 h 3223609"/>
              <a:gd name="connsiteX11" fmla="*/ 994784 w 2315944"/>
              <a:gd name="connsiteY11" fmla="*/ 0 h 3223609"/>
              <a:gd name="connsiteX0" fmla="*/ 974949 w 2296109"/>
              <a:gd name="connsiteY0" fmla="*/ 0 h 3223609"/>
              <a:gd name="connsiteX1" fmla="*/ 2296109 w 2296109"/>
              <a:gd name="connsiteY1" fmla="*/ 0 h 3223609"/>
              <a:gd name="connsiteX2" fmla="*/ 2296109 w 2296109"/>
              <a:gd name="connsiteY2" fmla="*/ 3223609 h 3223609"/>
              <a:gd name="connsiteX3" fmla="*/ 598712 w 2296109"/>
              <a:gd name="connsiteY3" fmla="*/ 3223609 h 3223609"/>
              <a:gd name="connsiteX4" fmla="*/ 566672 w 2296109"/>
              <a:gd name="connsiteY4" fmla="*/ 3197651 h 3223609"/>
              <a:gd name="connsiteX5" fmla="*/ 498016 w 2296109"/>
              <a:gd name="connsiteY5" fmla="*/ 2815333 h 3223609"/>
              <a:gd name="connsiteX6" fmla="*/ 453787 w 2296109"/>
              <a:gd name="connsiteY6" fmla="*/ 2370946 h 3223609"/>
              <a:gd name="connsiteX7" fmla="*/ 131636 w 2296109"/>
              <a:gd name="connsiteY7" fmla="*/ 2120689 h 3223609"/>
              <a:gd name="connsiteX8" fmla="*/ 51098 w 2296109"/>
              <a:gd name="connsiteY8" fmla="*/ 1653192 h 3223609"/>
              <a:gd name="connsiteX9" fmla="*/ 539101 w 2296109"/>
              <a:gd name="connsiteY9" fmla="*/ 1249040 h 3223609"/>
              <a:gd name="connsiteX10" fmla="*/ 973929 w 2296109"/>
              <a:gd name="connsiteY10" fmla="*/ 46092 h 3223609"/>
              <a:gd name="connsiteX11" fmla="*/ 974949 w 2296109"/>
              <a:gd name="connsiteY11" fmla="*/ 0 h 3223609"/>
              <a:gd name="connsiteX0" fmla="*/ 951890 w 2273050"/>
              <a:gd name="connsiteY0" fmla="*/ 0 h 3223609"/>
              <a:gd name="connsiteX1" fmla="*/ 2273050 w 2273050"/>
              <a:gd name="connsiteY1" fmla="*/ 0 h 3223609"/>
              <a:gd name="connsiteX2" fmla="*/ 2273050 w 2273050"/>
              <a:gd name="connsiteY2" fmla="*/ 3223609 h 3223609"/>
              <a:gd name="connsiteX3" fmla="*/ 575653 w 2273050"/>
              <a:gd name="connsiteY3" fmla="*/ 3223609 h 3223609"/>
              <a:gd name="connsiteX4" fmla="*/ 543613 w 2273050"/>
              <a:gd name="connsiteY4" fmla="*/ 3197651 h 3223609"/>
              <a:gd name="connsiteX5" fmla="*/ 474957 w 2273050"/>
              <a:gd name="connsiteY5" fmla="*/ 2815333 h 3223609"/>
              <a:gd name="connsiteX6" fmla="*/ 518584 w 2273050"/>
              <a:gd name="connsiteY6" fmla="*/ 2308192 h 3223609"/>
              <a:gd name="connsiteX7" fmla="*/ 108577 w 2273050"/>
              <a:gd name="connsiteY7" fmla="*/ 2120689 h 3223609"/>
              <a:gd name="connsiteX8" fmla="*/ 28039 w 2273050"/>
              <a:gd name="connsiteY8" fmla="*/ 1653192 h 3223609"/>
              <a:gd name="connsiteX9" fmla="*/ 516042 w 2273050"/>
              <a:gd name="connsiteY9" fmla="*/ 1249040 h 3223609"/>
              <a:gd name="connsiteX10" fmla="*/ 950870 w 2273050"/>
              <a:gd name="connsiteY10" fmla="*/ 46092 h 3223609"/>
              <a:gd name="connsiteX11" fmla="*/ 951890 w 2273050"/>
              <a:gd name="connsiteY11" fmla="*/ 0 h 3223609"/>
              <a:gd name="connsiteX0" fmla="*/ 937488 w 2258648"/>
              <a:gd name="connsiteY0" fmla="*/ 0 h 3223609"/>
              <a:gd name="connsiteX1" fmla="*/ 2258648 w 2258648"/>
              <a:gd name="connsiteY1" fmla="*/ 0 h 3223609"/>
              <a:gd name="connsiteX2" fmla="*/ 2258648 w 2258648"/>
              <a:gd name="connsiteY2" fmla="*/ 3223609 h 3223609"/>
              <a:gd name="connsiteX3" fmla="*/ 561251 w 2258648"/>
              <a:gd name="connsiteY3" fmla="*/ 3223609 h 3223609"/>
              <a:gd name="connsiteX4" fmla="*/ 529211 w 2258648"/>
              <a:gd name="connsiteY4" fmla="*/ 3197651 h 3223609"/>
              <a:gd name="connsiteX5" fmla="*/ 460555 w 2258648"/>
              <a:gd name="connsiteY5" fmla="*/ 2815333 h 3223609"/>
              <a:gd name="connsiteX6" fmla="*/ 504182 w 2258648"/>
              <a:gd name="connsiteY6" fmla="*/ 2308192 h 3223609"/>
              <a:gd name="connsiteX7" fmla="*/ 167389 w 2258648"/>
              <a:gd name="connsiteY7" fmla="*/ 2089312 h 3223609"/>
              <a:gd name="connsiteX8" fmla="*/ 13637 w 2258648"/>
              <a:gd name="connsiteY8" fmla="*/ 1653192 h 3223609"/>
              <a:gd name="connsiteX9" fmla="*/ 501640 w 2258648"/>
              <a:gd name="connsiteY9" fmla="*/ 1249040 h 3223609"/>
              <a:gd name="connsiteX10" fmla="*/ 936468 w 2258648"/>
              <a:gd name="connsiteY10" fmla="*/ 46092 h 3223609"/>
              <a:gd name="connsiteX11" fmla="*/ 937488 w 2258648"/>
              <a:gd name="connsiteY11" fmla="*/ 0 h 3223609"/>
              <a:gd name="connsiteX0" fmla="*/ 829994 w 2151154"/>
              <a:gd name="connsiteY0" fmla="*/ 0 h 3223609"/>
              <a:gd name="connsiteX1" fmla="*/ 2151154 w 2151154"/>
              <a:gd name="connsiteY1" fmla="*/ 0 h 3223609"/>
              <a:gd name="connsiteX2" fmla="*/ 2151154 w 2151154"/>
              <a:gd name="connsiteY2" fmla="*/ 3223609 h 3223609"/>
              <a:gd name="connsiteX3" fmla="*/ 453757 w 2151154"/>
              <a:gd name="connsiteY3" fmla="*/ 3223609 h 3223609"/>
              <a:gd name="connsiteX4" fmla="*/ 421717 w 2151154"/>
              <a:gd name="connsiteY4" fmla="*/ 3197651 h 3223609"/>
              <a:gd name="connsiteX5" fmla="*/ 353061 w 2151154"/>
              <a:gd name="connsiteY5" fmla="*/ 2815333 h 3223609"/>
              <a:gd name="connsiteX6" fmla="*/ 396688 w 2151154"/>
              <a:gd name="connsiteY6" fmla="*/ 2308192 h 3223609"/>
              <a:gd name="connsiteX7" fmla="*/ 59895 w 2151154"/>
              <a:gd name="connsiteY7" fmla="*/ 2089312 h 3223609"/>
              <a:gd name="connsiteX8" fmla="*/ 31653 w 2151154"/>
              <a:gd name="connsiteY8" fmla="*/ 1632275 h 3223609"/>
              <a:gd name="connsiteX9" fmla="*/ 394146 w 2151154"/>
              <a:gd name="connsiteY9" fmla="*/ 1249040 h 3223609"/>
              <a:gd name="connsiteX10" fmla="*/ 828974 w 2151154"/>
              <a:gd name="connsiteY10" fmla="*/ 46092 h 3223609"/>
              <a:gd name="connsiteX11" fmla="*/ 829994 w 2151154"/>
              <a:gd name="connsiteY11" fmla="*/ 0 h 3223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51154" h="3223609">
                <a:moveTo>
                  <a:pt x="829994" y="0"/>
                </a:moveTo>
                <a:lnTo>
                  <a:pt x="2151154" y="0"/>
                </a:lnTo>
                <a:lnTo>
                  <a:pt x="2151154" y="3223609"/>
                </a:lnTo>
                <a:lnTo>
                  <a:pt x="453757" y="3223609"/>
                </a:lnTo>
                <a:lnTo>
                  <a:pt x="421717" y="3197651"/>
                </a:lnTo>
                <a:cubicBezTo>
                  <a:pt x="227634" y="3042478"/>
                  <a:pt x="357232" y="2963576"/>
                  <a:pt x="353061" y="2815333"/>
                </a:cubicBezTo>
                <a:cubicBezTo>
                  <a:pt x="348890" y="2667090"/>
                  <a:pt x="445549" y="2429196"/>
                  <a:pt x="396688" y="2308192"/>
                </a:cubicBezTo>
                <a:cubicBezTo>
                  <a:pt x="347827" y="2187189"/>
                  <a:pt x="120734" y="2201965"/>
                  <a:pt x="59895" y="2089312"/>
                </a:cubicBezTo>
                <a:cubicBezTo>
                  <a:pt x="-944" y="1976659"/>
                  <a:pt x="-24056" y="1772320"/>
                  <a:pt x="31653" y="1632275"/>
                </a:cubicBezTo>
                <a:cubicBezTo>
                  <a:pt x="87362" y="1492230"/>
                  <a:pt x="303046" y="1336860"/>
                  <a:pt x="394146" y="1249040"/>
                </a:cubicBezTo>
                <a:cubicBezTo>
                  <a:pt x="760939" y="892556"/>
                  <a:pt x="784641" y="589881"/>
                  <a:pt x="828974" y="46092"/>
                </a:cubicBezTo>
                <a:lnTo>
                  <a:pt x="82999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28">
            <a:extLst>
              <a:ext uri="{FF2B5EF4-FFF2-40B4-BE49-F238E27FC236}">
                <a16:creationId xmlns:a16="http://schemas.microsoft.com/office/drawing/2014/main" id="{C24298C4-9A41-46BE-A34C-228ED3BABA7C}"/>
              </a:ext>
            </a:extLst>
          </p:cNvPr>
          <p:cNvSpPr/>
          <p:nvPr/>
        </p:nvSpPr>
        <p:spPr>
          <a:xfrm flipH="1">
            <a:off x="6266034" y="2906244"/>
            <a:ext cx="931585" cy="1565713"/>
          </a:xfrm>
          <a:custGeom>
            <a:avLst/>
            <a:gdLst>
              <a:gd name="connsiteX0" fmla="*/ 0 w 1933406"/>
              <a:gd name="connsiteY0" fmla="*/ 0 h 3223609"/>
              <a:gd name="connsiteX1" fmla="*/ 1915571 w 1933406"/>
              <a:gd name="connsiteY1" fmla="*/ 0 h 3223609"/>
              <a:gd name="connsiteX2" fmla="*/ 1917185 w 1933406"/>
              <a:gd name="connsiteY2" fmla="*/ 13773 h 3223609"/>
              <a:gd name="connsiteX3" fmla="*/ 1929336 w 1933406"/>
              <a:gd name="connsiteY3" fmla="*/ 631697 h 3223609"/>
              <a:gd name="connsiteX4" fmla="*/ 1143763 w 1933406"/>
              <a:gd name="connsiteY4" fmla="*/ 2642332 h 3223609"/>
              <a:gd name="connsiteX5" fmla="*/ 779858 w 1933406"/>
              <a:gd name="connsiteY5" fmla="*/ 3115989 h 3223609"/>
              <a:gd name="connsiteX6" fmla="*/ 709265 w 1933406"/>
              <a:gd name="connsiteY6" fmla="*/ 3223609 h 3223609"/>
              <a:gd name="connsiteX7" fmla="*/ 0 w 1933406"/>
              <a:gd name="connsiteY7" fmla="*/ 3223609 h 3223609"/>
              <a:gd name="connsiteX8" fmla="*/ 0 w 1933406"/>
              <a:gd name="connsiteY8" fmla="*/ 0 h 3223609"/>
              <a:gd name="connsiteX0" fmla="*/ 0 w 1918559"/>
              <a:gd name="connsiteY0" fmla="*/ 0 h 3223609"/>
              <a:gd name="connsiteX1" fmla="*/ 1915571 w 1918559"/>
              <a:gd name="connsiteY1" fmla="*/ 0 h 3223609"/>
              <a:gd name="connsiteX2" fmla="*/ 1917185 w 1918559"/>
              <a:gd name="connsiteY2" fmla="*/ 13773 h 3223609"/>
              <a:gd name="connsiteX3" fmla="*/ 1791276 w 1918559"/>
              <a:gd name="connsiteY3" fmla="*/ 644247 h 3223609"/>
              <a:gd name="connsiteX4" fmla="*/ 1143763 w 1918559"/>
              <a:gd name="connsiteY4" fmla="*/ 2642332 h 3223609"/>
              <a:gd name="connsiteX5" fmla="*/ 779858 w 1918559"/>
              <a:gd name="connsiteY5" fmla="*/ 3115989 h 3223609"/>
              <a:gd name="connsiteX6" fmla="*/ 709265 w 1918559"/>
              <a:gd name="connsiteY6" fmla="*/ 3223609 h 3223609"/>
              <a:gd name="connsiteX7" fmla="*/ 0 w 1918559"/>
              <a:gd name="connsiteY7" fmla="*/ 3223609 h 3223609"/>
              <a:gd name="connsiteX8" fmla="*/ 0 w 1918559"/>
              <a:gd name="connsiteY8" fmla="*/ 0 h 3223609"/>
              <a:gd name="connsiteX0" fmla="*/ 0 w 1917805"/>
              <a:gd name="connsiteY0" fmla="*/ 0 h 3223609"/>
              <a:gd name="connsiteX1" fmla="*/ 1915571 w 1917805"/>
              <a:gd name="connsiteY1" fmla="*/ 0 h 3223609"/>
              <a:gd name="connsiteX2" fmla="*/ 1917185 w 1917805"/>
              <a:gd name="connsiteY2" fmla="*/ 13773 h 3223609"/>
              <a:gd name="connsiteX3" fmla="*/ 1614778 w 1917805"/>
              <a:gd name="connsiteY3" fmla="*/ 1326703 h 3223609"/>
              <a:gd name="connsiteX4" fmla="*/ 1143763 w 1917805"/>
              <a:gd name="connsiteY4" fmla="*/ 2642332 h 3223609"/>
              <a:gd name="connsiteX5" fmla="*/ 779858 w 1917805"/>
              <a:gd name="connsiteY5" fmla="*/ 3115989 h 3223609"/>
              <a:gd name="connsiteX6" fmla="*/ 709265 w 1917805"/>
              <a:gd name="connsiteY6" fmla="*/ 3223609 h 3223609"/>
              <a:gd name="connsiteX7" fmla="*/ 0 w 1917805"/>
              <a:gd name="connsiteY7" fmla="*/ 3223609 h 3223609"/>
              <a:gd name="connsiteX8" fmla="*/ 0 w 1917805"/>
              <a:gd name="connsiteY8" fmla="*/ 0 h 3223609"/>
              <a:gd name="connsiteX0" fmla="*/ 0 w 1917805"/>
              <a:gd name="connsiteY0" fmla="*/ 0 h 3223609"/>
              <a:gd name="connsiteX1" fmla="*/ 1915571 w 1917805"/>
              <a:gd name="connsiteY1" fmla="*/ 0 h 3223609"/>
              <a:gd name="connsiteX2" fmla="*/ 1917185 w 1917805"/>
              <a:gd name="connsiteY2" fmla="*/ 13773 h 3223609"/>
              <a:gd name="connsiteX3" fmla="*/ 1614778 w 1917805"/>
              <a:gd name="connsiteY3" fmla="*/ 1326703 h 3223609"/>
              <a:gd name="connsiteX4" fmla="*/ 1143763 w 1917805"/>
              <a:gd name="connsiteY4" fmla="*/ 2642332 h 3223609"/>
              <a:gd name="connsiteX5" fmla="*/ 779858 w 1917805"/>
              <a:gd name="connsiteY5" fmla="*/ 3115989 h 3223609"/>
              <a:gd name="connsiteX6" fmla="*/ 709265 w 1917805"/>
              <a:gd name="connsiteY6" fmla="*/ 3223609 h 3223609"/>
              <a:gd name="connsiteX7" fmla="*/ 0 w 1917805"/>
              <a:gd name="connsiteY7" fmla="*/ 3223609 h 3223609"/>
              <a:gd name="connsiteX8" fmla="*/ 0 w 1917805"/>
              <a:gd name="connsiteY8" fmla="*/ 0 h 3223609"/>
              <a:gd name="connsiteX0" fmla="*/ 0 w 1917854"/>
              <a:gd name="connsiteY0" fmla="*/ 0 h 3223609"/>
              <a:gd name="connsiteX1" fmla="*/ 1915571 w 1917854"/>
              <a:gd name="connsiteY1" fmla="*/ 0 h 3223609"/>
              <a:gd name="connsiteX2" fmla="*/ 1917185 w 1917854"/>
              <a:gd name="connsiteY2" fmla="*/ 13773 h 3223609"/>
              <a:gd name="connsiteX3" fmla="*/ 1614778 w 1917854"/>
              <a:gd name="connsiteY3" fmla="*/ 1326703 h 3223609"/>
              <a:gd name="connsiteX4" fmla="*/ 1143763 w 1917854"/>
              <a:gd name="connsiteY4" fmla="*/ 2642332 h 3223609"/>
              <a:gd name="connsiteX5" fmla="*/ 779858 w 1917854"/>
              <a:gd name="connsiteY5" fmla="*/ 3115989 h 3223609"/>
              <a:gd name="connsiteX6" fmla="*/ 709265 w 1917854"/>
              <a:gd name="connsiteY6" fmla="*/ 3223609 h 3223609"/>
              <a:gd name="connsiteX7" fmla="*/ 0 w 1917854"/>
              <a:gd name="connsiteY7" fmla="*/ 3223609 h 3223609"/>
              <a:gd name="connsiteX8" fmla="*/ 0 w 1917854"/>
              <a:gd name="connsiteY8" fmla="*/ 0 h 3223609"/>
              <a:gd name="connsiteX0" fmla="*/ 0 w 1918072"/>
              <a:gd name="connsiteY0" fmla="*/ 0 h 3223609"/>
              <a:gd name="connsiteX1" fmla="*/ 1915571 w 1918072"/>
              <a:gd name="connsiteY1" fmla="*/ 0 h 3223609"/>
              <a:gd name="connsiteX2" fmla="*/ 1917185 w 1918072"/>
              <a:gd name="connsiteY2" fmla="*/ 13773 h 3223609"/>
              <a:gd name="connsiteX3" fmla="*/ 1614778 w 1918072"/>
              <a:gd name="connsiteY3" fmla="*/ 1326703 h 3223609"/>
              <a:gd name="connsiteX4" fmla="*/ 1143763 w 1918072"/>
              <a:gd name="connsiteY4" fmla="*/ 2642332 h 3223609"/>
              <a:gd name="connsiteX5" fmla="*/ 779858 w 1918072"/>
              <a:gd name="connsiteY5" fmla="*/ 3115989 h 3223609"/>
              <a:gd name="connsiteX6" fmla="*/ 709265 w 1918072"/>
              <a:gd name="connsiteY6" fmla="*/ 3223609 h 3223609"/>
              <a:gd name="connsiteX7" fmla="*/ 0 w 1918072"/>
              <a:gd name="connsiteY7" fmla="*/ 3223609 h 3223609"/>
              <a:gd name="connsiteX8" fmla="*/ 0 w 1918072"/>
              <a:gd name="connsiteY8" fmla="*/ 0 h 3223609"/>
              <a:gd name="connsiteX0" fmla="*/ 0 w 1918016"/>
              <a:gd name="connsiteY0" fmla="*/ 0 h 3223609"/>
              <a:gd name="connsiteX1" fmla="*/ 1915571 w 1918016"/>
              <a:gd name="connsiteY1" fmla="*/ 0 h 3223609"/>
              <a:gd name="connsiteX2" fmla="*/ 1917185 w 1918016"/>
              <a:gd name="connsiteY2" fmla="*/ 13773 h 3223609"/>
              <a:gd name="connsiteX3" fmla="*/ 1614778 w 1918016"/>
              <a:gd name="connsiteY3" fmla="*/ 1326703 h 3223609"/>
              <a:gd name="connsiteX4" fmla="*/ 1143763 w 1918016"/>
              <a:gd name="connsiteY4" fmla="*/ 2642332 h 3223609"/>
              <a:gd name="connsiteX5" fmla="*/ 779858 w 1918016"/>
              <a:gd name="connsiteY5" fmla="*/ 3115989 h 3223609"/>
              <a:gd name="connsiteX6" fmla="*/ 709265 w 1918016"/>
              <a:gd name="connsiteY6" fmla="*/ 3223609 h 3223609"/>
              <a:gd name="connsiteX7" fmla="*/ 0 w 1918016"/>
              <a:gd name="connsiteY7" fmla="*/ 3223609 h 3223609"/>
              <a:gd name="connsiteX8" fmla="*/ 0 w 1918016"/>
              <a:gd name="connsiteY8" fmla="*/ 0 h 3223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18016" h="3223609">
                <a:moveTo>
                  <a:pt x="0" y="0"/>
                </a:moveTo>
                <a:lnTo>
                  <a:pt x="1915571" y="0"/>
                </a:lnTo>
                <a:lnTo>
                  <a:pt x="1917185" y="13773"/>
                </a:lnTo>
                <a:cubicBezTo>
                  <a:pt x="1933503" y="210710"/>
                  <a:pt x="1705230" y="1013554"/>
                  <a:pt x="1614778" y="1326703"/>
                </a:cubicBezTo>
                <a:cubicBezTo>
                  <a:pt x="1456185" y="2005500"/>
                  <a:pt x="1282916" y="2344118"/>
                  <a:pt x="1143763" y="2642332"/>
                </a:cubicBezTo>
                <a:cubicBezTo>
                  <a:pt x="1004610" y="2940546"/>
                  <a:pt x="894847" y="2951603"/>
                  <a:pt x="779858" y="3115989"/>
                </a:cubicBezTo>
                <a:lnTo>
                  <a:pt x="709265" y="3223609"/>
                </a:lnTo>
                <a:lnTo>
                  <a:pt x="0" y="32236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26">
            <a:extLst>
              <a:ext uri="{FF2B5EF4-FFF2-40B4-BE49-F238E27FC236}">
                <a16:creationId xmlns:a16="http://schemas.microsoft.com/office/drawing/2014/main" id="{7D307551-0F0F-4547-BCBE-8B79F97FE3A3}"/>
              </a:ext>
            </a:extLst>
          </p:cNvPr>
          <p:cNvSpPr/>
          <p:nvPr/>
        </p:nvSpPr>
        <p:spPr>
          <a:xfrm flipH="1">
            <a:off x="9122902" y="4542082"/>
            <a:ext cx="851046" cy="928317"/>
          </a:xfrm>
          <a:custGeom>
            <a:avLst/>
            <a:gdLst>
              <a:gd name="connsiteX0" fmla="*/ 51303 w 1760244"/>
              <a:gd name="connsiteY0" fmla="*/ 0 h 1919892"/>
              <a:gd name="connsiteX1" fmla="*/ 1760244 w 1760244"/>
              <a:gd name="connsiteY1" fmla="*/ 0 h 1919892"/>
              <a:gd name="connsiteX2" fmla="*/ 1760244 w 1760244"/>
              <a:gd name="connsiteY2" fmla="*/ 1820912 h 1919892"/>
              <a:gd name="connsiteX3" fmla="*/ 1582148 w 1760244"/>
              <a:gd name="connsiteY3" fmla="*/ 1847561 h 1919892"/>
              <a:gd name="connsiteX4" fmla="*/ 506771 w 1760244"/>
              <a:gd name="connsiteY4" fmla="*/ 1868691 h 1919892"/>
              <a:gd name="connsiteX5" fmla="*/ 134449 w 1760244"/>
              <a:gd name="connsiteY5" fmla="*/ 1180651 h 1919892"/>
              <a:gd name="connsiteX6" fmla="*/ 214327 w 1760244"/>
              <a:gd name="connsiteY6" fmla="*/ 737585 h 1919892"/>
              <a:gd name="connsiteX7" fmla="*/ 88899 w 1760244"/>
              <a:gd name="connsiteY7" fmla="*/ 295839 h 1919892"/>
              <a:gd name="connsiteX8" fmla="*/ 31443 w 1760244"/>
              <a:gd name="connsiteY8" fmla="*/ 25570 h 1919892"/>
              <a:gd name="connsiteX9" fmla="*/ 51303 w 1760244"/>
              <a:gd name="connsiteY9" fmla="*/ 0 h 1919892"/>
              <a:gd name="connsiteX0" fmla="*/ 43257 w 1752198"/>
              <a:gd name="connsiteY0" fmla="*/ 0 h 1919892"/>
              <a:gd name="connsiteX1" fmla="*/ 1752198 w 1752198"/>
              <a:gd name="connsiteY1" fmla="*/ 0 h 1919892"/>
              <a:gd name="connsiteX2" fmla="*/ 1752198 w 1752198"/>
              <a:gd name="connsiteY2" fmla="*/ 1820912 h 1919892"/>
              <a:gd name="connsiteX3" fmla="*/ 1574102 w 1752198"/>
              <a:gd name="connsiteY3" fmla="*/ 1847561 h 1919892"/>
              <a:gd name="connsiteX4" fmla="*/ 498725 w 1752198"/>
              <a:gd name="connsiteY4" fmla="*/ 1868691 h 1919892"/>
              <a:gd name="connsiteX5" fmla="*/ 126403 w 1752198"/>
              <a:gd name="connsiteY5" fmla="*/ 1180651 h 1919892"/>
              <a:gd name="connsiteX6" fmla="*/ 206281 w 1752198"/>
              <a:gd name="connsiteY6" fmla="*/ 737585 h 1919892"/>
              <a:gd name="connsiteX7" fmla="*/ 118505 w 1752198"/>
              <a:gd name="connsiteY7" fmla="*/ 358595 h 1919892"/>
              <a:gd name="connsiteX8" fmla="*/ 23397 w 1752198"/>
              <a:gd name="connsiteY8" fmla="*/ 25570 h 1919892"/>
              <a:gd name="connsiteX9" fmla="*/ 43257 w 1752198"/>
              <a:gd name="connsiteY9" fmla="*/ 0 h 1919892"/>
              <a:gd name="connsiteX0" fmla="*/ 43257 w 1752198"/>
              <a:gd name="connsiteY0" fmla="*/ 0 h 1919892"/>
              <a:gd name="connsiteX1" fmla="*/ 1752198 w 1752198"/>
              <a:gd name="connsiteY1" fmla="*/ 0 h 1919892"/>
              <a:gd name="connsiteX2" fmla="*/ 1752198 w 1752198"/>
              <a:gd name="connsiteY2" fmla="*/ 1820912 h 1919892"/>
              <a:gd name="connsiteX3" fmla="*/ 1574102 w 1752198"/>
              <a:gd name="connsiteY3" fmla="*/ 1847561 h 1919892"/>
              <a:gd name="connsiteX4" fmla="*/ 498725 w 1752198"/>
              <a:gd name="connsiteY4" fmla="*/ 1868691 h 1919892"/>
              <a:gd name="connsiteX5" fmla="*/ 126403 w 1752198"/>
              <a:gd name="connsiteY5" fmla="*/ 1180651 h 1919892"/>
              <a:gd name="connsiteX6" fmla="*/ 256484 w 1752198"/>
              <a:gd name="connsiteY6" fmla="*/ 812890 h 1919892"/>
              <a:gd name="connsiteX7" fmla="*/ 118505 w 1752198"/>
              <a:gd name="connsiteY7" fmla="*/ 358595 h 1919892"/>
              <a:gd name="connsiteX8" fmla="*/ 23397 w 1752198"/>
              <a:gd name="connsiteY8" fmla="*/ 25570 h 1919892"/>
              <a:gd name="connsiteX9" fmla="*/ 43257 w 1752198"/>
              <a:gd name="connsiteY9" fmla="*/ 0 h 1919892"/>
              <a:gd name="connsiteX0" fmla="*/ 43257 w 1752198"/>
              <a:gd name="connsiteY0" fmla="*/ 0 h 1911290"/>
              <a:gd name="connsiteX1" fmla="*/ 1752198 w 1752198"/>
              <a:gd name="connsiteY1" fmla="*/ 0 h 1911290"/>
              <a:gd name="connsiteX2" fmla="*/ 1752198 w 1752198"/>
              <a:gd name="connsiteY2" fmla="*/ 1820912 h 1911290"/>
              <a:gd name="connsiteX3" fmla="*/ 1574102 w 1752198"/>
              <a:gd name="connsiteY3" fmla="*/ 1847561 h 1911290"/>
              <a:gd name="connsiteX4" fmla="*/ 498725 w 1752198"/>
              <a:gd name="connsiteY4" fmla="*/ 1868691 h 1911290"/>
              <a:gd name="connsiteX5" fmla="*/ 214259 w 1752198"/>
              <a:gd name="connsiteY5" fmla="*/ 1306159 h 1911290"/>
              <a:gd name="connsiteX6" fmla="*/ 256484 w 1752198"/>
              <a:gd name="connsiteY6" fmla="*/ 812890 h 1911290"/>
              <a:gd name="connsiteX7" fmla="*/ 118505 w 1752198"/>
              <a:gd name="connsiteY7" fmla="*/ 358595 h 1911290"/>
              <a:gd name="connsiteX8" fmla="*/ 23397 w 1752198"/>
              <a:gd name="connsiteY8" fmla="*/ 25570 h 1911290"/>
              <a:gd name="connsiteX9" fmla="*/ 43257 w 1752198"/>
              <a:gd name="connsiteY9" fmla="*/ 0 h 1911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52198" h="1911290">
                <a:moveTo>
                  <a:pt x="43257" y="0"/>
                </a:moveTo>
                <a:lnTo>
                  <a:pt x="1752198" y="0"/>
                </a:lnTo>
                <a:lnTo>
                  <a:pt x="1752198" y="1820912"/>
                </a:lnTo>
                <a:lnTo>
                  <a:pt x="1574102" y="1847561"/>
                </a:lnTo>
                <a:cubicBezTo>
                  <a:pt x="1216303" y="1883218"/>
                  <a:pt x="725365" y="1958925"/>
                  <a:pt x="498725" y="1868691"/>
                </a:cubicBezTo>
                <a:cubicBezTo>
                  <a:pt x="272085" y="1778457"/>
                  <a:pt x="142304" y="1704985"/>
                  <a:pt x="214259" y="1306159"/>
                </a:cubicBezTo>
                <a:cubicBezTo>
                  <a:pt x="241325" y="1158911"/>
                  <a:pt x="234699" y="961459"/>
                  <a:pt x="256484" y="812890"/>
                </a:cubicBezTo>
                <a:cubicBezTo>
                  <a:pt x="280249" y="642530"/>
                  <a:pt x="248554" y="477451"/>
                  <a:pt x="118505" y="358595"/>
                </a:cubicBezTo>
                <a:cubicBezTo>
                  <a:pt x="37060" y="284641"/>
                  <a:pt x="-40088" y="126192"/>
                  <a:pt x="23397" y="25570"/>
                </a:cubicBezTo>
                <a:lnTo>
                  <a:pt x="43257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25">
            <a:extLst>
              <a:ext uri="{FF2B5EF4-FFF2-40B4-BE49-F238E27FC236}">
                <a16:creationId xmlns:a16="http://schemas.microsoft.com/office/drawing/2014/main" id="{03D50FC4-8BA1-4C49-8B5C-29DF3DE77F68}"/>
              </a:ext>
            </a:extLst>
          </p:cNvPr>
          <p:cNvSpPr/>
          <p:nvPr/>
        </p:nvSpPr>
        <p:spPr>
          <a:xfrm flipH="1">
            <a:off x="6779140" y="4542082"/>
            <a:ext cx="418478" cy="1549729"/>
          </a:xfrm>
          <a:custGeom>
            <a:avLst/>
            <a:gdLst>
              <a:gd name="connsiteX0" fmla="*/ 0 w 861594"/>
              <a:gd name="connsiteY0" fmla="*/ 0 h 3190700"/>
              <a:gd name="connsiteX1" fmla="*/ 624674 w 861594"/>
              <a:gd name="connsiteY1" fmla="*/ 0 h 3190700"/>
              <a:gd name="connsiteX2" fmla="*/ 566749 w 861594"/>
              <a:gd name="connsiteY2" fmla="*/ 108406 h 3190700"/>
              <a:gd name="connsiteX3" fmla="*/ 436088 w 861594"/>
              <a:gd name="connsiteY3" fmla="*/ 1621736 h 3190700"/>
              <a:gd name="connsiteX4" fmla="*/ 818972 w 861594"/>
              <a:gd name="connsiteY4" fmla="*/ 2921881 h 3190700"/>
              <a:gd name="connsiteX5" fmla="*/ 666478 w 861594"/>
              <a:gd name="connsiteY5" fmla="*/ 3183363 h 3190700"/>
              <a:gd name="connsiteX6" fmla="*/ 103725 w 861594"/>
              <a:gd name="connsiteY6" fmla="*/ 3190626 h 3190700"/>
              <a:gd name="connsiteX7" fmla="*/ 0 w 861594"/>
              <a:gd name="connsiteY7" fmla="*/ 3190700 h 3190700"/>
              <a:gd name="connsiteX8" fmla="*/ 0 w 861594"/>
              <a:gd name="connsiteY8" fmla="*/ 0 h 319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61594" h="3190700">
                <a:moveTo>
                  <a:pt x="0" y="0"/>
                </a:moveTo>
                <a:lnTo>
                  <a:pt x="624674" y="0"/>
                </a:lnTo>
                <a:lnTo>
                  <a:pt x="566749" y="108406"/>
                </a:lnTo>
                <a:cubicBezTo>
                  <a:pt x="352909" y="568825"/>
                  <a:pt x="313631" y="1116766"/>
                  <a:pt x="436088" y="1621736"/>
                </a:cubicBezTo>
                <a:cubicBezTo>
                  <a:pt x="544352" y="2063482"/>
                  <a:pt x="690904" y="2488720"/>
                  <a:pt x="818972" y="2921881"/>
                </a:cubicBezTo>
                <a:cubicBezTo>
                  <a:pt x="890928" y="3163554"/>
                  <a:pt x="890928" y="3170157"/>
                  <a:pt x="666478" y="3183363"/>
                </a:cubicBezTo>
                <a:cubicBezTo>
                  <a:pt x="579339" y="3188315"/>
                  <a:pt x="374282" y="3190131"/>
                  <a:pt x="103725" y="3190626"/>
                </a:cubicBezTo>
                <a:lnTo>
                  <a:pt x="0" y="31907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22">
            <a:extLst>
              <a:ext uri="{FF2B5EF4-FFF2-40B4-BE49-F238E27FC236}">
                <a16:creationId xmlns:a16="http://schemas.microsoft.com/office/drawing/2014/main" id="{4904443B-9B28-4BB0-AFBC-A82056CD40CF}"/>
              </a:ext>
            </a:extLst>
          </p:cNvPr>
          <p:cNvSpPr/>
          <p:nvPr/>
        </p:nvSpPr>
        <p:spPr>
          <a:xfrm flipH="1">
            <a:off x="7197618" y="1295557"/>
            <a:ext cx="1925284" cy="1540561"/>
          </a:xfrm>
          <a:custGeom>
            <a:avLst/>
            <a:gdLst>
              <a:gd name="connsiteX0" fmla="*/ 2036233 w 3963922"/>
              <a:gd name="connsiteY0" fmla="*/ 53 h 3227664"/>
              <a:gd name="connsiteX1" fmla="*/ 2276983 w 3963922"/>
              <a:gd name="connsiteY1" fmla="*/ 8881 h 3227664"/>
              <a:gd name="connsiteX2" fmla="*/ 3815285 w 3963922"/>
              <a:gd name="connsiteY2" fmla="*/ 413258 h 3227664"/>
              <a:gd name="connsiteX3" fmla="*/ 3963922 w 3963922"/>
              <a:gd name="connsiteY3" fmla="*/ 491824 h 3227664"/>
              <a:gd name="connsiteX4" fmla="*/ 3963922 w 3963922"/>
              <a:gd name="connsiteY4" fmla="*/ 3227664 h 3227664"/>
              <a:gd name="connsiteX5" fmla="*/ 0 w 3963922"/>
              <a:gd name="connsiteY5" fmla="*/ 3227664 h 3227664"/>
              <a:gd name="connsiteX6" fmla="*/ 0 w 3963922"/>
              <a:gd name="connsiteY6" fmla="*/ 670708 h 3227664"/>
              <a:gd name="connsiteX7" fmla="*/ 26548 w 3963922"/>
              <a:gd name="connsiteY7" fmla="*/ 654001 h 3227664"/>
              <a:gd name="connsiteX8" fmla="*/ 411413 w 3963922"/>
              <a:gd name="connsiteY8" fmla="*/ 439401 h 3227664"/>
              <a:gd name="connsiteX9" fmla="*/ 2036233 w 3963922"/>
              <a:gd name="connsiteY9" fmla="*/ 53 h 3227664"/>
              <a:gd name="connsiteX0" fmla="*/ 2036233 w 3963922"/>
              <a:gd name="connsiteY0" fmla="*/ 24373 h 3251983"/>
              <a:gd name="connsiteX1" fmla="*/ 2276983 w 3963922"/>
              <a:gd name="connsiteY1" fmla="*/ 33200 h 3251983"/>
              <a:gd name="connsiteX2" fmla="*/ 3815285 w 3963922"/>
              <a:gd name="connsiteY2" fmla="*/ 437577 h 3251983"/>
              <a:gd name="connsiteX3" fmla="*/ 3963922 w 3963922"/>
              <a:gd name="connsiteY3" fmla="*/ 516143 h 3251983"/>
              <a:gd name="connsiteX4" fmla="*/ 3963922 w 3963922"/>
              <a:gd name="connsiteY4" fmla="*/ 3251983 h 3251983"/>
              <a:gd name="connsiteX5" fmla="*/ 0 w 3963922"/>
              <a:gd name="connsiteY5" fmla="*/ 3251983 h 3251983"/>
              <a:gd name="connsiteX6" fmla="*/ 0 w 3963922"/>
              <a:gd name="connsiteY6" fmla="*/ 695027 h 3251983"/>
              <a:gd name="connsiteX7" fmla="*/ 26548 w 3963922"/>
              <a:gd name="connsiteY7" fmla="*/ 678320 h 3251983"/>
              <a:gd name="connsiteX8" fmla="*/ 411413 w 3963922"/>
              <a:gd name="connsiteY8" fmla="*/ 463720 h 3251983"/>
              <a:gd name="connsiteX9" fmla="*/ 2036233 w 3963922"/>
              <a:gd name="connsiteY9" fmla="*/ 24373 h 3251983"/>
              <a:gd name="connsiteX0" fmla="*/ 411413 w 3963922"/>
              <a:gd name="connsiteY0" fmla="*/ 430599 h 3218862"/>
              <a:gd name="connsiteX1" fmla="*/ 2276983 w 3963922"/>
              <a:gd name="connsiteY1" fmla="*/ 79 h 3218862"/>
              <a:gd name="connsiteX2" fmla="*/ 3815285 w 3963922"/>
              <a:gd name="connsiteY2" fmla="*/ 404456 h 3218862"/>
              <a:gd name="connsiteX3" fmla="*/ 3963922 w 3963922"/>
              <a:gd name="connsiteY3" fmla="*/ 483022 h 3218862"/>
              <a:gd name="connsiteX4" fmla="*/ 3963922 w 3963922"/>
              <a:gd name="connsiteY4" fmla="*/ 3218862 h 3218862"/>
              <a:gd name="connsiteX5" fmla="*/ 0 w 3963922"/>
              <a:gd name="connsiteY5" fmla="*/ 3218862 h 3218862"/>
              <a:gd name="connsiteX6" fmla="*/ 0 w 3963922"/>
              <a:gd name="connsiteY6" fmla="*/ 661906 h 3218862"/>
              <a:gd name="connsiteX7" fmla="*/ 26548 w 3963922"/>
              <a:gd name="connsiteY7" fmla="*/ 645199 h 3218862"/>
              <a:gd name="connsiteX8" fmla="*/ 411413 w 3963922"/>
              <a:gd name="connsiteY8" fmla="*/ 430599 h 3218862"/>
              <a:gd name="connsiteX0" fmla="*/ 411413 w 3963922"/>
              <a:gd name="connsiteY0" fmla="*/ 383562 h 3171825"/>
              <a:gd name="connsiteX1" fmla="*/ 1947522 w 3963922"/>
              <a:gd name="connsiteY1" fmla="*/ 107 h 3171825"/>
              <a:gd name="connsiteX2" fmla="*/ 3815285 w 3963922"/>
              <a:gd name="connsiteY2" fmla="*/ 357419 h 3171825"/>
              <a:gd name="connsiteX3" fmla="*/ 3963922 w 3963922"/>
              <a:gd name="connsiteY3" fmla="*/ 435985 h 3171825"/>
              <a:gd name="connsiteX4" fmla="*/ 3963922 w 3963922"/>
              <a:gd name="connsiteY4" fmla="*/ 3171825 h 3171825"/>
              <a:gd name="connsiteX5" fmla="*/ 0 w 3963922"/>
              <a:gd name="connsiteY5" fmla="*/ 3171825 h 3171825"/>
              <a:gd name="connsiteX6" fmla="*/ 0 w 3963922"/>
              <a:gd name="connsiteY6" fmla="*/ 614869 h 3171825"/>
              <a:gd name="connsiteX7" fmla="*/ 26548 w 3963922"/>
              <a:gd name="connsiteY7" fmla="*/ 598162 h 3171825"/>
              <a:gd name="connsiteX8" fmla="*/ 411413 w 3963922"/>
              <a:gd name="connsiteY8" fmla="*/ 383562 h 3171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63922" h="3171825">
                <a:moveTo>
                  <a:pt x="411413" y="383562"/>
                </a:moveTo>
                <a:cubicBezTo>
                  <a:pt x="786485" y="276042"/>
                  <a:pt x="1380210" y="4464"/>
                  <a:pt x="1947522" y="107"/>
                </a:cubicBezTo>
                <a:cubicBezTo>
                  <a:pt x="2514834" y="-4250"/>
                  <a:pt x="3343626" y="126246"/>
                  <a:pt x="3815285" y="357419"/>
                </a:cubicBezTo>
                <a:lnTo>
                  <a:pt x="3963922" y="435985"/>
                </a:lnTo>
                <a:lnTo>
                  <a:pt x="3963922" y="3171825"/>
                </a:lnTo>
                <a:lnTo>
                  <a:pt x="0" y="3171825"/>
                </a:lnTo>
                <a:lnTo>
                  <a:pt x="0" y="614869"/>
                </a:lnTo>
                <a:lnTo>
                  <a:pt x="26548" y="598162"/>
                </a:lnTo>
                <a:cubicBezTo>
                  <a:pt x="153296" y="522887"/>
                  <a:pt x="280704" y="450253"/>
                  <a:pt x="411413" y="383562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21">
            <a:extLst>
              <a:ext uri="{FF2B5EF4-FFF2-40B4-BE49-F238E27FC236}">
                <a16:creationId xmlns:a16="http://schemas.microsoft.com/office/drawing/2014/main" id="{FF31498B-4601-48D9-BD15-0ED1607D3058}"/>
              </a:ext>
            </a:extLst>
          </p:cNvPr>
          <p:cNvSpPr/>
          <p:nvPr/>
        </p:nvSpPr>
        <p:spPr>
          <a:xfrm flipH="1">
            <a:off x="7197618" y="2906244"/>
            <a:ext cx="1925284" cy="1565713"/>
          </a:xfrm>
          <a:custGeom>
            <a:avLst/>
            <a:gdLst>
              <a:gd name="connsiteX0" fmla="*/ 0 w 3963922"/>
              <a:gd name="connsiteY0" fmla="*/ 0 h 3223609"/>
              <a:gd name="connsiteX1" fmla="*/ 3963922 w 3963922"/>
              <a:gd name="connsiteY1" fmla="*/ 0 h 3223609"/>
              <a:gd name="connsiteX2" fmla="*/ 3963922 w 3963922"/>
              <a:gd name="connsiteY2" fmla="*/ 3223609 h 3223609"/>
              <a:gd name="connsiteX3" fmla="*/ 0 w 3963922"/>
              <a:gd name="connsiteY3" fmla="*/ 3223609 h 3223609"/>
              <a:gd name="connsiteX4" fmla="*/ 0 w 3963922"/>
              <a:gd name="connsiteY4" fmla="*/ 0 h 3223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3922" h="3223609">
                <a:moveTo>
                  <a:pt x="0" y="0"/>
                </a:moveTo>
                <a:lnTo>
                  <a:pt x="3963922" y="0"/>
                </a:lnTo>
                <a:lnTo>
                  <a:pt x="3963922" y="3223609"/>
                </a:lnTo>
                <a:lnTo>
                  <a:pt x="0" y="32236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D7BFD601-6A5D-4533-8DBD-80C941A21072}"/>
              </a:ext>
            </a:extLst>
          </p:cNvPr>
          <p:cNvSpPr/>
          <p:nvPr/>
        </p:nvSpPr>
        <p:spPr>
          <a:xfrm flipH="1">
            <a:off x="7197618" y="4542082"/>
            <a:ext cx="1925284" cy="1558744"/>
          </a:xfrm>
          <a:custGeom>
            <a:avLst/>
            <a:gdLst>
              <a:gd name="connsiteX0" fmla="*/ 0 w 3963922"/>
              <a:gd name="connsiteY0" fmla="*/ 0 h 3209262"/>
              <a:gd name="connsiteX1" fmla="*/ 3963922 w 3963922"/>
              <a:gd name="connsiteY1" fmla="*/ 0 h 3209262"/>
              <a:gd name="connsiteX2" fmla="*/ 3963922 w 3963922"/>
              <a:gd name="connsiteY2" fmla="*/ 3190700 h 3209262"/>
              <a:gd name="connsiteX3" fmla="*/ 3853268 w 3963922"/>
              <a:gd name="connsiteY3" fmla="*/ 3190778 h 3209262"/>
              <a:gd name="connsiteX4" fmla="*/ 1279504 w 3963922"/>
              <a:gd name="connsiteY4" fmla="*/ 3208454 h 3209262"/>
              <a:gd name="connsiteX5" fmla="*/ 963954 w 3963922"/>
              <a:gd name="connsiteY5" fmla="*/ 2930465 h 3209262"/>
              <a:gd name="connsiteX6" fmla="*/ 812121 w 3963922"/>
              <a:gd name="connsiteY6" fmla="*/ 2129512 h 3209262"/>
              <a:gd name="connsiteX7" fmla="*/ 544102 w 3963922"/>
              <a:gd name="connsiteY7" fmla="*/ 1799359 h 3209262"/>
              <a:gd name="connsiteX8" fmla="*/ 1308 w 3963922"/>
              <a:gd name="connsiteY8" fmla="*/ 1820716 h 3209262"/>
              <a:gd name="connsiteX9" fmla="*/ 0 w 3963922"/>
              <a:gd name="connsiteY9" fmla="*/ 1820912 h 3209262"/>
              <a:gd name="connsiteX10" fmla="*/ 0 w 3963922"/>
              <a:gd name="connsiteY10" fmla="*/ 0 h 3209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963922" h="3209262">
                <a:moveTo>
                  <a:pt x="0" y="0"/>
                </a:moveTo>
                <a:lnTo>
                  <a:pt x="3963922" y="0"/>
                </a:lnTo>
                <a:lnTo>
                  <a:pt x="3963922" y="3190700"/>
                </a:lnTo>
                <a:lnTo>
                  <a:pt x="3853268" y="3190778"/>
                </a:lnTo>
                <a:cubicBezTo>
                  <a:pt x="3028187" y="3190636"/>
                  <a:pt x="1806877" y="3183941"/>
                  <a:pt x="1279504" y="3208454"/>
                </a:cubicBezTo>
                <a:cubicBezTo>
                  <a:pt x="1090702" y="3217699"/>
                  <a:pt x="1000262" y="3149027"/>
                  <a:pt x="963954" y="2930465"/>
                </a:cubicBezTo>
                <a:cubicBezTo>
                  <a:pt x="919725" y="2662380"/>
                  <a:pt x="841828" y="2402219"/>
                  <a:pt x="812121" y="2129512"/>
                </a:cubicBezTo>
                <a:cubicBezTo>
                  <a:pt x="791656" y="1942645"/>
                  <a:pt x="703197" y="1840958"/>
                  <a:pt x="544102" y="1799359"/>
                </a:cubicBezTo>
                <a:cubicBezTo>
                  <a:pt x="359922" y="1751321"/>
                  <a:pt x="180568" y="1788711"/>
                  <a:pt x="1308" y="1820716"/>
                </a:cubicBezTo>
                <a:lnTo>
                  <a:pt x="0" y="182091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DDFA302-8BBB-4BAA-888D-3E630B604072}"/>
              </a:ext>
            </a:extLst>
          </p:cNvPr>
          <p:cNvGrpSpPr/>
          <p:nvPr/>
        </p:nvGrpSpPr>
        <p:grpSpPr>
          <a:xfrm>
            <a:off x="1663842" y="1593189"/>
            <a:ext cx="2478949" cy="1015663"/>
            <a:chOff x="8410431" y="1233583"/>
            <a:chExt cx="2478949" cy="101566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77C9E39-8419-405C-9016-A6D0A66F253C}"/>
                </a:ext>
              </a:extLst>
            </p:cNvPr>
            <p:cNvSpPr/>
            <p:nvPr/>
          </p:nvSpPr>
          <p:spPr>
            <a:xfrm>
              <a:off x="9050511" y="1336900"/>
              <a:ext cx="1838869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buClr>
                  <a:srgbClr val="FFFFFF"/>
                </a:buClr>
                <a:buSzPts val="2300"/>
              </a:pPr>
              <a:r>
                <a:rPr lang="en-US" b="1" dirty="0">
                  <a:solidFill>
                    <a:schemeClr val="accent1"/>
                  </a:solidFill>
                  <a:latin typeface="Open Sans Semibold" panose="020B0606030504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  <a:sym typeface="Open Sans SemiBold"/>
                </a:rPr>
                <a:t>El alto </a:t>
              </a:r>
              <a:r>
                <a:rPr lang="en-US" b="1" dirty="0" err="1">
                  <a:solidFill>
                    <a:schemeClr val="accent1"/>
                  </a:solidFill>
                  <a:latin typeface="Open Sans Semibold" panose="020B0606030504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  <a:sym typeface="Open Sans SemiBold"/>
                </a:rPr>
                <a:t>costo</a:t>
              </a:r>
              <a:r>
                <a:rPr lang="en-US" b="1" dirty="0">
                  <a:solidFill>
                    <a:schemeClr val="accent1"/>
                  </a:solidFill>
                  <a:latin typeface="Open Sans Semibold" panose="020B0606030504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  <a:sym typeface="Open Sans SemiBold"/>
                </a:rPr>
                <a:t> de la </a:t>
              </a:r>
              <a:r>
                <a:rPr lang="en-US" b="1" dirty="0" err="1">
                  <a:solidFill>
                    <a:schemeClr val="accent1"/>
                  </a:solidFill>
                  <a:latin typeface="Open Sans Semibold" panose="020B0606030504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  <a:sym typeface="Open Sans SemiBold"/>
                </a:rPr>
                <a:t>inacción</a:t>
              </a:r>
              <a:endParaRPr lang="en-US" b="1" dirty="0">
                <a:solidFill>
                  <a:schemeClr val="accent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CF409EE-E559-46DA-8A52-54748E951DE1}"/>
                </a:ext>
              </a:extLst>
            </p:cNvPr>
            <p:cNvSpPr/>
            <p:nvPr/>
          </p:nvSpPr>
          <p:spPr>
            <a:xfrm>
              <a:off x="8410431" y="1233583"/>
              <a:ext cx="697627" cy="1015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buClr>
                  <a:srgbClr val="FFFFFF"/>
                </a:buClr>
                <a:buSzPts val="2300"/>
              </a:pPr>
              <a:r>
                <a:rPr lang="en-US" sz="6000" b="1">
                  <a:solidFill>
                    <a:schemeClr val="accent1"/>
                  </a:solidFill>
                  <a:latin typeface="Arial Black" panose="020B0A04020102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  <a:sym typeface="Open Sans SemiBold"/>
                </a:rPr>
                <a:t>1</a:t>
              </a:r>
              <a:endParaRPr lang="en-US" sz="6000" b="1" dirty="0">
                <a:solidFill>
                  <a:schemeClr val="accent1"/>
                </a:solidFill>
                <a:latin typeface="Arial Black" panose="020B0A040201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C595839-E546-4AAC-8EDA-8E7E07468698}"/>
              </a:ext>
            </a:extLst>
          </p:cNvPr>
          <p:cNvGrpSpPr/>
          <p:nvPr/>
        </p:nvGrpSpPr>
        <p:grpSpPr>
          <a:xfrm>
            <a:off x="1663842" y="3259894"/>
            <a:ext cx="2478950" cy="1026647"/>
            <a:chOff x="8410431" y="1233583"/>
            <a:chExt cx="2320329" cy="1026647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EEDCBFE-19E3-4716-A89B-DB8725C9A8A3}"/>
                </a:ext>
              </a:extLst>
            </p:cNvPr>
            <p:cNvSpPr/>
            <p:nvPr/>
          </p:nvSpPr>
          <p:spPr>
            <a:xfrm>
              <a:off x="9050512" y="1336900"/>
              <a:ext cx="1680248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buClr>
                  <a:srgbClr val="FFFFFF"/>
                </a:buClr>
                <a:buSzPts val="2300"/>
              </a:pPr>
              <a:r>
                <a:rPr lang="en-US" b="1" dirty="0">
                  <a:solidFill>
                    <a:schemeClr val="accent2"/>
                  </a:solidFill>
                  <a:latin typeface="Open Sans Semibold" panose="020B0606030504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  <a:sym typeface="Open Sans SemiBold"/>
                </a:rPr>
                <a:t>Los </a:t>
              </a:r>
              <a:r>
                <a:rPr lang="en-US" b="1" dirty="0" err="1">
                  <a:solidFill>
                    <a:schemeClr val="accent2"/>
                  </a:solidFill>
                  <a:latin typeface="Open Sans Semibold" panose="020B0606030504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  <a:sym typeface="Open Sans SemiBold"/>
                </a:rPr>
                <a:t>beneficios</a:t>
              </a:r>
              <a:r>
                <a:rPr lang="en-US" b="1" dirty="0">
                  <a:solidFill>
                    <a:schemeClr val="accent2"/>
                  </a:solidFill>
                  <a:latin typeface="Open Sans Semibold" panose="020B0606030504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  <a:sym typeface="Open Sans SemiBold"/>
                </a:rPr>
                <a:t> de la </a:t>
              </a:r>
              <a:r>
                <a:rPr lang="en-US" b="1" dirty="0" err="1">
                  <a:solidFill>
                    <a:schemeClr val="accent2"/>
                  </a:solidFill>
                  <a:latin typeface="Open Sans Semibold" panose="020B0606030504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  <a:sym typeface="Open Sans SemiBold"/>
                </a:rPr>
                <a:t>Certificación</a:t>
              </a:r>
              <a:endParaRPr lang="en-US" b="1" dirty="0">
                <a:solidFill>
                  <a:schemeClr val="accent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D677424-E3A4-4272-BF0D-E762CDEAC7A4}"/>
                </a:ext>
              </a:extLst>
            </p:cNvPr>
            <p:cNvSpPr/>
            <p:nvPr/>
          </p:nvSpPr>
          <p:spPr>
            <a:xfrm>
              <a:off x="8410431" y="1233583"/>
              <a:ext cx="697627" cy="1015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buClr>
                  <a:srgbClr val="FFFFFF"/>
                </a:buClr>
                <a:buSzPts val="2300"/>
              </a:pPr>
              <a:r>
                <a:rPr lang="en-US" sz="6000" b="1">
                  <a:solidFill>
                    <a:schemeClr val="accent2"/>
                  </a:solidFill>
                  <a:latin typeface="Arial Black" panose="020B0A04020102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  <a:sym typeface="Open Sans SemiBold"/>
                </a:rPr>
                <a:t>2</a:t>
              </a:r>
              <a:endParaRPr lang="en-US" sz="6000" b="1" dirty="0">
                <a:solidFill>
                  <a:schemeClr val="accent2"/>
                </a:solidFill>
                <a:latin typeface="Arial Black" panose="020B0A040201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848A6E8-1867-4065-8281-C8A047DEDA61}"/>
              </a:ext>
            </a:extLst>
          </p:cNvPr>
          <p:cNvGrpSpPr/>
          <p:nvPr/>
        </p:nvGrpSpPr>
        <p:grpSpPr>
          <a:xfrm>
            <a:off x="1663842" y="4926599"/>
            <a:ext cx="2478949" cy="1303646"/>
            <a:chOff x="8410431" y="1233583"/>
            <a:chExt cx="2478949" cy="1303646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0F0CCF0-C8C8-4F97-AEE6-0657B94511CC}"/>
                </a:ext>
              </a:extLst>
            </p:cNvPr>
            <p:cNvSpPr/>
            <p:nvPr/>
          </p:nvSpPr>
          <p:spPr>
            <a:xfrm>
              <a:off x="9050511" y="1336900"/>
              <a:ext cx="1838869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buClr>
                  <a:srgbClr val="FFFFFF"/>
                </a:buClr>
                <a:buSzPts val="2300"/>
              </a:pPr>
              <a:r>
                <a:rPr lang="en-US" b="1" dirty="0" err="1">
                  <a:solidFill>
                    <a:schemeClr val="accent4"/>
                  </a:solidFill>
                  <a:latin typeface="Open Sans Semibold" panose="020B0606030504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  <a:sym typeface="Open Sans SemiBold"/>
                </a:rPr>
                <a:t>Imperativo</a:t>
              </a:r>
              <a:r>
                <a:rPr lang="en-US" b="1" dirty="0">
                  <a:solidFill>
                    <a:schemeClr val="accent4"/>
                  </a:solidFill>
                  <a:latin typeface="Open Sans Semibold" panose="020B0606030504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  <a:sym typeface="Open Sans SemiBold"/>
                </a:rPr>
                <a:t> </a:t>
              </a:r>
              <a:r>
                <a:rPr lang="en-US" b="1" dirty="0" err="1">
                  <a:solidFill>
                    <a:schemeClr val="accent4"/>
                  </a:solidFill>
                  <a:latin typeface="Open Sans Semibold" panose="020B0606030504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  <a:sym typeface="Open Sans SemiBold"/>
                </a:rPr>
                <a:t>estratégico</a:t>
              </a:r>
              <a:r>
                <a:rPr lang="en-US" b="1" dirty="0">
                  <a:solidFill>
                    <a:schemeClr val="accent4"/>
                  </a:solidFill>
                  <a:latin typeface="Open Sans Semibold" panose="020B0606030504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  <a:sym typeface="Open Sans SemiBold"/>
                </a:rPr>
                <a:t> para un </a:t>
              </a:r>
              <a:r>
                <a:rPr lang="en-US" b="1" dirty="0" err="1">
                  <a:solidFill>
                    <a:schemeClr val="accent4"/>
                  </a:solidFill>
                  <a:latin typeface="Open Sans Semibold" panose="020B0606030504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  <a:sym typeface="Open Sans SemiBold"/>
                </a:rPr>
                <a:t>futuro</a:t>
              </a:r>
              <a:r>
                <a:rPr lang="en-US" b="1" dirty="0">
                  <a:solidFill>
                    <a:schemeClr val="accent4"/>
                  </a:solidFill>
                  <a:latin typeface="Open Sans Semibold" panose="020B0606030504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  <a:sym typeface="Open Sans SemiBold"/>
                </a:rPr>
                <a:t> </a:t>
              </a:r>
              <a:r>
                <a:rPr lang="en-US" b="1" dirty="0" err="1">
                  <a:solidFill>
                    <a:schemeClr val="accent4"/>
                  </a:solidFill>
                  <a:latin typeface="Open Sans Semibold" panose="020B0606030504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  <a:sym typeface="Open Sans SemiBold"/>
                </a:rPr>
                <a:t>sostenible</a:t>
              </a:r>
              <a:endParaRPr lang="en-US" b="1" dirty="0">
                <a:solidFill>
                  <a:schemeClr val="accent4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4BB0EF2-27F9-4880-820C-F3B458E08950}"/>
                </a:ext>
              </a:extLst>
            </p:cNvPr>
            <p:cNvSpPr/>
            <p:nvPr/>
          </p:nvSpPr>
          <p:spPr>
            <a:xfrm>
              <a:off x="8410431" y="1233583"/>
              <a:ext cx="697627" cy="1015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buClr>
                  <a:srgbClr val="FFFFFF"/>
                </a:buClr>
                <a:buSzPts val="2300"/>
              </a:pPr>
              <a:r>
                <a:rPr lang="en-US" sz="6000" b="1">
                  <a:solidFill>
                    <a:schemeClr val="accent4"/>
                  </a:solidFill>
                  <a:latin typeface="Arial Black" panose="020B0A04020102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  <a:sym typeface="Open Sans SemiBold"/>
                </a:rPr>
                <a:t>3</a:t>
              </a:r>
              <a:endParaRPr lang="en-US" sz="6000" b="1" dirty="0">
                <a:solidFill>
                  <a:schemeClr val="accent4"/>
                </a:solidFill>
                <a:latin typeface="Arial Black" panose="020B0A040201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endParaRPr>
            </a:p>
          </p:txBody>
        </p:sp>
      </p:grpSp>
      <p:sp>
        <p:nvSpPr>
          <p:cNvPr id="44" name="Title 1">
            <a:extLst>
              <a:ext uri="{FF2B5EF4-FFF2-40B4-BE49-F238E27FC236}">
                <a16:creationId xmlns:a16="http://schemas.microsoft.com/office/drawing/2014/main" id="{412530AA-CD89-43C4-B6CD-11DA41961507}"/>
              </a:ext>
            </a:extLst>
          </p:cNvPr>
          <p:cNvSpPr txBox="1">
            <a:spLocks/>
          </p:cNvSpPr>
          <p:nvPr/>
        </p:nvSpPr>
        <p:spPr>
          <a:xfrm>
            <a:off x="609600" y="274640"/>
            <a:ext cx="10972801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2800" b="1" i="0" u="none" strike="noStrike" dirty="0">
                <a:solidFill>
                  <a:srgbClr val="002060"/>
                </a:solidFill>
                <a:effectLst/>
                <a:latin typeface="Raleway" panose="020B0604020202020204" pitchFamily="2" charset="0"/>
              </a:rPr>
              <a:t>Cuantificando el ROI de ser “Amigable con la edad”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pic>
        <p:nvPicPr>
          <p:cNvPr id="48" name="Graphic 47" descr="Briefcase">
            <a:extLst>
              <a:ext uri="{FF2B5EF4-FFF2-40B4-BE49-F238E27FC236}">
                <a16:creationId xmlns:a16="http://schemas.microsoft.com/office/drawing/2014/main" id="{D248D9EC-859B-41CA-BCAA-2982404263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07314" y="1753564"/>
            <a:ext cx="624548" cy="624548"/>
          </a:xfrm>
          <a:prstGeom prst="rect">
            <a:avLst/>
          </a:prstGeom>
        </p:spPr>
      </p:pic>
      <p:pic>
        <p:nvPicPr>
          <p:cNvPr id="50" name="Graphic 49" descr="Customer review">
            <a:extLst>
              <a:ext uri="{FF2B5EF4-FFF2-40B4-BE49-F238E27FC236}">
                <a16:creationId xmlns:a16="http://schemas.microsoft.com/office/drawing/2014/main" id="{2F546EDD-8253-4B01-A579-1EFBD07E04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07314" y="4998425"/>
            <a:ext cx="624548" cy="624548"/>
          </a:xfrm>
          <a:prstGeom prst="rect">
            <a:avLst/>
          </a:prstGeom>
        </p:spPr>
      </p:pic>
      <p:pic>
        <p:nvPicPr>
          <p:cNvPr id="52" name="Graphic 51" descr="Bar graph with upward trend">
            <a:extLst>
              <a:ext uri="{FF2B5EF4-FFF2-40B4-BE49-F238E27FC236}">
                <a16:creationId xmlns:a16="http://schemas.microsoft.com/office/drawing/2014/main" id="{B300AC30-C160-4F84-8D1E-022092D8BBE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07314" y="3395259"/>
            <a:ext cx="624548" cy="624548"/>
          </a:xfrm>
          <a:prstGeom prst="rect">
            <a:avLst/>
          </a:prstGeom>
        </p:spPr>
      </p:pic>
      <p:sp>
        <p:nvSpPr>
          <p:cNvPr id="26" name="Título 1">
            <a:extLst>
              <a:ext uri="{FF2B5EF4-FFF2-40B4-BE49-F238E27FC236}">
                <a16:creationId xmlns:a16="http://schemas.microsoft.com/office/drawing/2014/main" id="{74EF7D37-9CA4-48EB-BE78-E591C0CAEF59}"/>
              </a:ext>
            </a:extLst>
          </p:cNvPr>
          <p:cNvSpPr txBox="1">
            <a:spLocks/>
          </p:cNvSpPr>
          <p:nvPr/>
        </p:nvSpPr>
        <p:spPr>
          <a:xfrm>
            <a:off x="9883241" y="1"/>
            <a:ext cx="2237381" cy="457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AR" sz="2000" b="1" dirty="0">
                <a:solidFill>
                  <a:srgbClr val="002060"/>
                </a:solidFill>
                <a:latin typeface="Raleway" panose="020B0604020202020204" pitchFamily="2" charset="0"/>
              </a:rPr>
              <a:t>Silver Standard</a:t>
            </a:r>
            <a:endParaRPr lang="es-AR" sz="2000" dirty="0">
              <a:solidFill>
                <a:srgbClr val="002060"/>
              </a:solidFill>
            </a:endParaRPr>
          </a:p>
        </p:txBody>
      </p:sp>
      <p:pic>
        <p:nvPicPr>
          <p:cNvPr id="27" name="Imagen 26" descr="Texto&#10;&#10;El contenido generado por IA puede ser incorrecto.">
            <a:extLst>
              <a:ext uri="{FF2B5EF4-FFF2-40B4-BE49-F238E27FC236}">
                <a16:creationId xmlns:a16="http://schemas.microsoft.com/office/drawing/2014/main" id="{8EBD4725-5B79-4300-85ED-5E9D36468DB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5794" y="-629855"/>
            <a:ext cx="1761281" cy="176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769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831F1A-CC8C-483D-B53C-2BCEB64B8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4446" y="2947973"/>
            <a:ext cx="11563108" cy="962054"/>
          </a:xfrm>
        </p:spPr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AR" b="1" dirty="0">
                <a:solidFill>
                  <a:srgbClr val="002060"/>
                </a:solidFill>
                <a:latin typeface="Raleway" panose="020B0604020202020204" pitchFamily="2" charset="0"/>
              </a:rPr>
              <a:t>6.1</a:t>
            </a:r>
            <a:r>
              <a:rPr lang="es-AR" b="1" i="0" u="none" strike="noStrike" dirty="0">
                <a:solidFill>
                  <a:srgbClr val="002060"/>
                </a:solidFill>
                <a:effectLst/>
                <a:latin typeface="Raleway" panose="020B0604020202020204" pitchFamily="2" charset="0"/>
              </a:rPr>
              <a:t> El alto costo de la inacción</a:t>
            </a:r>
            <a:endParaRPr lang="es-AR" dirty="0">
              <a:solidFill>
                <a:srgbClr val="002060"/>
              </a:solidFill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F54FA0EB-EB2F-48EB-9E4F-3DF5D096D96A}"/>
              </a:ext>
            </a:extLst>
          </p:cNvPr>
          <p:cNvSpPr txBox="1">
            <a:spLocks/>
          </p:cNvSpPr>
          <p:nvPr/>
        </p:nvSpPr>
        <p:spPr>
          <a:xfrm>
            <a:off x="9883241" y="1"/>
            <a:ext cx="2237381" cy="457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AR" sz="2000" b="1" dirty="0">
                <a:solidFill>
                  <a:srgbClr val="002060"/>
                </a:solidFill>
                <a:latin typeface="Raleway" panose="020B0604020202020204" pitchFamily="2" charset="0"/>
              </a:rPr>
              <a:t>Silver Standard</a:t>
            </a:r>
            <a:endParaRPr lang="es-AR" sz="2000" dirty="0">
              <a:solidFill>
                <a:srgbClr val="002060"/>
              </a:solidFill>
            </a:endParaRPr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DBC232BB-799C-45D0-97A0-26724DAE9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5794" y="-629855"/>
            <a:ext cx="1761281" cy="176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979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4F1D5BCB-312E-036C-840B-BCD5A65A65B3}"/>
              </a:ext>
            </a:extLst>
          </p:cNvPr>
          <p:cNvGrpSpPr/>
          <p:nvPr/>
        </p:nvGrpSpPr>
        <p:grpSpPr>
          <a:xfrm>
            <a:off x="1277674" y="4720968"/>
            <a:ext cx="4956226" cy="1444336"/>
            <a:chOff x="609441" y="4679059"/>
            <a:chExt cx="4956226" cy="144433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FD23DF5-BB63-00AA-442C-46703B8AAB9D}"/>
                </a:ext>
              </a:extLst>
            </p:cNvPr>
            <p:cNvSpPr/>
            <p:nvPr/>
          </p:nvSpPr>
          <p:spPr>
            <a:xfrm>
              <a:off x="616283" y="4679059"/>
              <a:ext cx="4949384" cy="1315542"/>
            </a:xfrm>
            <a:custGeom>
              <a:avLst/>
              <a:gdLst>
                <a:gd name="connsiteX0" fmla="*/ 807101 w 5360743"/>
                <a:gd name="connsiteY0" fmla="*/ 0 h 1424881"/>
                <a:gd name="connsiteX1" fmla="*/ 4533714 w 5360743"/>
                <a:gd name="connsiteY1" fmla="*/ 0 h 1424881"/>
                <a:gd name="connsiteX2" fmla="*/ 5360743 w 5360743"/>
                <a:gd name="connsiteY2" fmla="*/ 1424882 h 1424881"/>
                <a:gd name="connsiteX3" fmla="*/ 0 w 5360743"/>
                <a:gd name="connsiteY3" fmla="*/ 1424882 h 1424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0743" h="1424881">
                  <a:moveTo>
                    <a:pt x="807101" y="0"/>
                  </a:moveTo>
                  <a:lnTo>
                    <a:pt x="4533714" y="0"/>
                  </a:lnTo>
                  <a:lnTo>
                    <a:pt x="5360743" y="1424882"/>
                  </a:lnTo>
                  <a:lnTo>
                    <a:pt x="0" y="1424882"/>
                  </a:lnTo>
                  <a:close/>
                </a:path>
              </a:pathLst>
            </a:custGeom>
            <a:solidFill>
              <a:srgbClr val="67C6F0"/>
            </a:solidFill>
            <a:ln w="99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64224FD-0149-94B0-CDD3-196D56BD1170}"/>
                </a:ext>
              </a:extLst>
            </p:cNvPr>
            <p:cNvSpPr/>
            <p:nvPr/>
          </p:nvSpPr>
          <p:spPr>
            <a:xfrm>
              <a:off x="616283" y="5994601"/>
              <a:ext cx="4949384" cy="128794"/>
            </a:xfrm>
            <a:custGeom>
              <a:avLst/>
              <a:gdLst>
                <a:gd name="connsiteX0" fmla="*/ 89678 w 5360743"/>
                <a:gd name="connsiteY0" fmla="*/ 139499 h 139498"/>
                <a:gd name="connsiteX1" fmla="*/ 5261101 w 5360743"/>
                <a:gd name="connsiteY1" fmla="*/ 139499 h 139498"/>
                <a:gd name="connsiteX2" fmla="*/ 5360743 w 5360743"/>
                <a:gd name="connsiteY2" fmla="*/ 0 h 139498"/>
                <a:gd name="connsiteX3" fmla="*/ 0 w 5360743"/>
                <a:gd name="connsiteY3" fmla="*/ 0 h 13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0743" h="139498">
                  <a:moveTo>
                    <a:pt x="89678" y="139499"/>
                  </a:moveTo>
                  <a:lnTo>
                    <a:pt x="5261101" y="139499"/>
                  </a:lnTo>
                  <a:lnTo>
                    <a:pt x="53607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9ED0"/>
            </a:solidFill>
            <a:ln w="99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82E47DF-BD77-AA24-B4EF-BAECAFD4FF3A}"/>
                </a:ext>
              </a:extLst>
            </p:cNvPr>
            <p:cNvCxnSpPr>
              <a:cxnSpLocks/>
            </p:cNvCxnSpPr>
            <p:nvPr/>
          </p:nvCxnSpPr>
          <p:spPr>
            <a:xfrm>
              <a:off x="3090975" y="4698288"/>
              <a:ext cx="0" cy="1411745"/>
            </a:xfrm>
            <a:prstGeom prst="line">
              <a:avLst/>
            </a:prstGeom>
            <a:ln w="25400" cap="rnd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C1A3B11-CD60-A0D9-466B-B2FA73B96C9F}"/>
                </a:ext>
              </a:extLst>
            </p:cNvPr>
            <p:cNvCxnSpPr>
              <a:cxnSpLocks/>
            </p:cNvCxnSpPr>
            <p:nvPr/>
          </p:nvCxnSpPr>
          <p:spPr>
            <a:xfrm>
              <a:off x="1850208" y="4698288"/>
              <a:ext cx="0" cy="1411745"/>
            </a:xfrm>
            <a:prstGeom prst="line">
              <a:avLst/>
            </a:prstGeom>
            <a:ln w="25400" cap="rnd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4106139-AB95-E8E9-8070-1F9045CFF94D}"/>
                </a:ext>
              </a:extLst>
            </p:cNvPr>
            <p:cNvCxnSpPr>
              <a:cxnSpLocks/>
            </p:cNvCxnSpPr>
            <p:nvPr/>
          </p:nvCxnSpPr>
          <p:spPr>
            <a:xfrm>
              <a:off x="609441" y="4698288"/>
              <a:ext cx="0" cy="1411745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4345623-8461-8BD1-D71C-CAACCAD6650C}"/>
                </a:ext>
              </a:extLst>
            </p:cNvPr>
            <p:cNvCxnSpPr>
              <a:cxnSpLocks/>
            </p:cNvCxnSpPr>
            <p:nvPr/>
          </p:nvCxnSpPr>
          <p:spPr>
            <a:xfrm>
              <a:off x="4331742" y="4698288"/>
              <a:ext cx="0" cy="1411745"/>
            </a:xfrm>
            <a:prstGeom prst="line">
              <a:avLst/>
            </a:prstGeom>
            <a:ln w="25400" cap="rnd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820244B-EDBC-B12B-D99C-44D33929C9C0}"/>
                </a:ext>
              </a:extLst>
            </p:cNvPr>
            <p:cNvSpPr/>
            <p:nvPr/>
          </p:nvSpPr>
          <p:spPr>
            <a:xfrm>
              <a:off x="616283" y="4679059"/>
              <a:ext cx="4949384" cy="1444336"/>
            </a:xfrm>
            <a:custGeom>
              <a:avLst/>
              <a:gdLst>
                <a:gd name="connsiteX0" fmla="*/ 4533714 w 5360743"/>
                <a:gd name="connsiteY0" fmla="*/ 0 h 1564380"/>
                <a:gd name="connsiteX1" fmla="*/ 807101 w 5360743"/>
                <a:gd name="connsiteY1" fmla="*/ 0 h 1564380"/>
                <a:gd name="connsiteX2" fmla="*/ 0 w 5360743"/>
                <a:gd name="connsiteY2" fmla="*/ 1424882 h 1564380"/>
                <a:gd name="connsiteX3" fmla="*/ 89678 w 5360743"/>
                <a:gd name="connsiteY3" fmla="*/ 1564380 h 1564380"/>
                <a:gd name="connsiteX4" fmla="*/ 5261101 w 5360743"/>
                <a:gd name="connsiteY4" fmla="*/ 1564380 h 1564380"/>
                <a:gd name="connsiteX5" fmla="*/ 5360743 w 5360743"/>
                <a:gd name="connsiteY5" fmla="*/ 1424882 h 156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60743" h="1564380">
                  <a:moveTo>
                    <a:pt x="4533714" y="0"/>
                  </a:moveTo>
                  <a:lnTo>
                    <a:pt x="807101" y="0"/>
                  </a:lnTo>
                  <a:lnTo>
                    <a:pt x="0" y="1424882"/>
                  </a:lnTo>
                  <a:lnTo>
                    <a:pt x="89678" y="1564380"/>
                  </a:lnTo>
                  <a:lnTo>
                    <a:pt x="5261101" y="1564380"/>
                  </a:lnTo>
                  <a:lnTo>
                    <a:pt x="5360743" y="1424882"/>
                  </a:lnTo>
                  <a:close/>
                </a:path>
              </a:pathLst>
            </a:custGeom>
            <a:noFill/>
            <a:ln w="2984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5FB72C3-785F-E36D-A178-C8A82FA292DE}"/>
              </a:ext>
            </a:extLst>
          </p:cNvPr>
          <p:cNvGrpSpPr/>
          <p:nvPr/>
        </p:nvGrpSpPr>
        <p:grpSpPr>
          <a:xfrm>
            <a:off x="2145784" y="3083440"/>
            <a:ext cx="3226851" cy="1435137"/>
            <a:chOff x="1477550" y="3041530"/>
            <a:chExt cx="3226851" cy="143513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21A2A93-29A9-603B-A171-2BFE280D96C5}"/>
                </a:ext>
              </a:extLst>
            </p:cNvPr>
            <p:cNvSpPr/>
            <p:nvPr/>
          </p:nvSpPr>
          <p:spPr>
            <a:xfrm>
              <a:off x="1477550" y="3041530"/>
              <a:ext cx="3226851" cy="1315542"/>
            </a:xfrm>
            <a:custGeom>
              <a:avLst/>
              <a:gdLst>
                <a:gd name="connsiteX0" fmla="*/ 824638 w 3495045"/>
                <a:gd name="connsiteY0" fmla="*/ 0 h 1424881"/>
                <a:gd name="connsiteX1" fmla="*/ 2666123 w 3495045"/>
                <a:gd name="connsiteY1" fmla="*/ 0 h 1424881"/>
                <a:gd name="connsiteX2" fmla="*/ 3495045 w 3495045"/>
                <a:gd name="connsiteY2" fmla="*/ 1424882 h 1424881"/>
                <a:gd name="connsiteX3" fmla="*/ 0 w 3495045"/>
                <a:gd name="connsiteY3" fmla="*/ 1424882 h 1424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5045" h="1424881">
                  <a:moveTo>
                    <a:pt x="824638" y="0"/>
                  </a:moveTo>
                  <a:lnTo>
                    <a:pt x="2666123" y="0"/>
                  </a:lnTo>
                  <a:lnTo>
                    <a:pt x="3495045" y="1424882"/>
                  </a:lnTo>
                  <a:lnTo>
                    <a:pt x="0" y="1424882"/>
                  </a:lnTo>
                  <a:close/>
                </a:path>
              </a:pathLst>
            </a:custGeom>
            <a:solidFill>
              <a:schemeClr val="accent2"/>
            </a:solidFill>
            <a:ln w="99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F21D11E-09F4-B456-1A2F-96A48ED9E553}"/>
                </a:ext>
              </a:extLst>
            </p:cNvPr>
            <p:cNvSpPr/>
            <p:nvPr/>
          </p:nvSpPr>
          <p:spPr>
            <a:xfrm>
              <a:off x="1477550" y="4357073"/>
              <a:ext cx="3226851" cy="119594"/>
            </a:xfrm>
            <a:custGeom>
              <a:avLst/>
              <a:gdLst>
                <a:gd name="connsiteX0" fmla="*/ 97251 w 3495045"/>
                <a:gd name="connsiteY0" fmla="*/ 129535 h 129534"/>
                <a:gd name="connsiteX1" fmla="*/ 3395403 w 3495045"/>
                <a:gd name="connsiteY1" fmla="*/ 129535 h 129534"/>
                <a:gd name="connsiteX2" fmla="*/ 3495045 w 3495045"/>
                <a:gd name="connsiteY2" fmla="*/ 0 h 129534"/>
                <a:gd name="connsiteX3" fmla="*/ 0 w 3495045"/>
                <a:gd name="connsiteY3" fmla="*/ 0 h 12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5045" h="129534">
                  <a:moveTo>
                    <a:pt x="97251" y="129535"/>
                  </a:moveTo>
                  <a:lnTo>
                    <a:pt x="3395403" y="129535"/>
                  </a:lnTo>
                  <a:lnTo>
                    <a:pt x="349504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AA29"/>
            </a:solidFill>
            <a:ln w="99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C975D0D-A165-3ABD-4C8F-9FFE5F11C5A6}"/>
                </a:ext>
              </a:extLst>
            </p:cNvPr>
            <p:cNvCxnSpPr>
              <a:cxnSpLocks/>
            </p:cNvCxnSpPr>
            <p:nvPr/>
          </p:nvCxnSpPr>
          <p:spPr>
            <a:xfrm>
              <a:off x="3090975" y="3056724"/>
              <a:ext cx="0" cy="1407055"/>
            </a:xfrm>
            <a:prstGeom prst="line">
              <a:avLst/>
            </a:prstGeom>
            <a:ln w="25400" cap="rnd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C74F720-6885-BD83-8B73-CEB3AC0DFD9A}"/>
                </a:ext>
              </a:extLst>
            </p:cNvPr>
            <p:cNvSpPr/>
            <p:nvPr/>
          </p:nvSpPr>
          <p:spPr>
            <a:xfrm>
              <a:off x="1477550" y="3041530"/>
              <a:ext cx="3226851" cy="1435137"/>
            </a:xfrm>
            <a:custGeom>
              <a:avLst/>
              <a:gdLst>
                <a:gd name="connsiteX0" fmla="*/ 2666123 w 3495045"/>
                <a:gd name="connsiteY0" fmla="*/ 0 h 1554416"/>
                <a:gd name="connsiteX1" fmla="*/ 824638 w 3495045"/>
                <a:gd name="connsiteY1" fmla="*/ 0 h 1554416"/>
                <a:gd name="connsiteX2" fmla="*/ 0 w 3495045"/>
                <a:gd name="connsiteY2" fmla="*/ 1424882 h 1554416"/>
                <a:gd name="connsiteX3" fmla="*/ 97251 w 3495045"/>
                <a:gd name="connsiteY3" fmla="*/ 1554417 h 1554416"/>
                <a:gd name="connsiteX4" fmla="*/ 3395403 w 3495045"/>
                <a:gd name="connsiteY4" fmla="*/ 1554417 h 1554416"/>
                <a:gd name="connsiteX5" fmla="*/ 3495045 w 3495045"/>
                <a:gd name="connsiteY5" fmla="*/ 1424882 h 155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95045" h="1554416">
                  <a:moveTo>
                    <a:pt x="2666123" y="0"/>
                  </a:moveTo>
                  <a:lnTo>
                    <a:pt x="824638" y="0"/>
                  </a:lnTo>
                  <a:lnTo>
                    <a:pt x="0" y="1424882"/>
                  </a:lnTo>
                  <a:lnTo>
                    <a:pt x="97251" y="1554417"/>
                  </a:lnTo>
                  <a:lnTo>
                    <a:pt x="3395403" y="1554417"/>
                  </a:lnTo>
                  <a:lnTo>
                    <a:pt x="3495045" y="1424882"/>
                  </a:lnTo>
                  <a:close/>
                </a:path>
              </a:pathLst>
            </a:custGeom>
            <a:noFill/>
            <a:ln w="2984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21061C1-35F2-BF91-35CD-61DEE6AB1F42}"/>
              </a:ext>
            </a:extLst>
          </p:cNvPr>
          <p:cNvGrpSpPr/>
          <p:nvPr/>
        </p:nvGrpSpPr>
        <p:grpSpPr>
          <a:xfrm>
            <a:off x="3027565" y="1464310"/>
            <a:ext cx="1463287" cy="1425938"/>
            <a:chOff x="2359331" y="1422401"/>
            <a:chExt cx="1463287" cy="142593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0232C43-7008-D651-8E9A-8864B9127D28}"/>
                </a:ext>
              </a:extLst>
            </p:cNvPr>
            <p:cNvSpPr/>
            <p:nvPr/>
          </p:nvSpPr>
          <p:spPr>
            <a:xfrm>
              <a:off x="2359331" y="1422401"/>
              <a:ext cx="1463287" cy="1287943"/>
            </a:xfrm>
            <a:custGeom>
              <a:avLst/>
              <a:gdLst>
                <a:gd name="connsiteX0" fmla="*/ 797137 w 1584906"/>
                <a:gd name="connsiteY0" fmla="*/ 0 h 1394988"/>
                <a:gd name="connsiteX1" fmla="*/ 0 w 1584906"/>
                <a:gd name="connsiteY1" fmla="*/ 1394989 h 1394988"/>
                <a:gd name="connsiteX2" fmla="*/ 1584907 w 1584906"/>
                <a:gd name="connsiteY2" fmla="*/ 1394989 h 1394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84906" h="1394988">
                  <a:moveTo>
                    <a:pt x="797137" y="0"/>
                  </a:moveTo>
                  <a:lnTo>
                    <a:pt x="0" y="1394989"/>
                  </a:lnTo>
                  <a:lnTo>
                    <a:pt x="1584907" y="1394989"/>
                  </a:lnTo>
                  <a:close/>
                </a:path>
              </a:pathLst>
            </a:custGeom>
            <a:solidFill>
              <a:schemeClr val="accent1"/>
            </a:solidFill>
            <a:ln w="99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5B55DA2-34CF-FD40-3A12-DE6AE663F340}"/>
                </a:ext>
              </a:extLst>
            </p:cNvPr>
            <p:cNvSpPr/>
            <p:nvPr/>
          </p:nvSpPr>
          <p:spPr>
            <a:xfrm>
              <a:off x="2359331" y="2710345"/>
              <a:ext cx="1463287" cy="137994"/>
            </a:xfrm>
            <a:custGeom>
              <a:avLst/>
              <a:gdLst>
                <a:gd name="connsiteX0" fmla="*/ 1494631 w 1584906"/>
                <a:gd name="connsiteY0" fmla="*/ 149463 h 149463"/>
                <a:gd name="connsiteX1" fmla="*/ 99642 w 1584906"/>
                <a:gd name="connsiteY1" fmla="*/ 149463 h 149463"/>
                <a:gd name="connsiteX2" fmla="*/ 0 w 1584906"/>
                <a:gd name="connsiteY2" fmla="*/ 0 h 149463"/>
                <a:gd name="connsiteX3" fmla="*/ 1584907 w 1584906"/>
                <a:gd name="connsiteY3" fmla="*/ 0 h 14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84906" h="149463">
                  <a:moveTo>
                    <a:pt x="1494631" y="149463"/>
                  </a:moveTo>
                  <a:lnTo>
                    <a:pt x="99642" y="149463"/>
                  </a:lnTo>
                  <a:lnTo>
                    <a:pt x="0" y="0"/>
                  </a:lnTo>
                  <a:lnTo>
                    <a:pt x="1584907" y="0"/>
                  </a:lnTo>
                  <a:close/>
                </a:path>
              </a:pathLst>
            </a:custGeom>
            <a:solidFill>
              <a:srgbClr val="D8646A"/>
            </a:solidFill>
            <a:ln w="99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4BDA373-7642-7C34-6A8B-54B4870FC0D2}"/>
                </a:ext>
              </a:extLst>
            </p:cNvPr>
            <p:cNvSpPr/>
            <p:nvPr/>
          </p:nvSpPr>
          <p:spPr>
            <a:xfrm>
              <a:off x="2359331" y="1422401"/>
              <a:ext cx="1463287" cy="1425938"/>
            </a:xfrm>
            <a:custGeom>
              <a:avLst/>
              <a:gdLst>
                <a:gd name="connsiteX0" fmla="*/ 797137 w 1584906"/>
                <a:gd name="connsiteY0" fmla="*/ 0 h 1544452"/>
                <a:gd name="connsiteX1" fmla="*/ 0 w 1584906"/>
                <a:gd name="connsiteY1" fmla="*/ 1394989 h 1544452"/>
                <a:gd name="connsiteX2" fmla="*/ 99642 w 1584906"/>
                <a:gd name="connsiteY2" fmla="*/ 1544452 h 1544452"/>
                <a:gd name="connsiteX3" fmla="*/ 1494631 w 1584906"/>
                <a:gd name="connsiteY3" fmla="*/ 1544452 h 1544452"/>
                <a:gd name="connsiteX4" fmla="*/ 1584907 w 1584906"/>
                <a:gd name="connsiteY4" fmla="*/ 1394989 h 1544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4906" h="1544452">
                  <a:moveTo>
                    <a:pt x="797137" y="0"/>
                  </a:moveTo>
                  <a:lnTo>
                    <a:pt x="0" y="1394989"/>
                  </a:lnTo>
                  <a:lnTo>
                    <a:pt x="99642" y="1544452"/>
                  </a:lnTo>
                  <a:lnTo>
                    <a:pt x="1494631" y="1544452"/>
                  </a:lnTo>
                  <a:lnTo>
                    <a:pt x="1584907" y="1394989"/>
                  </a:lnTo>
                  <a:close/>
                </a:path>
              </a:pathLst>
            </a:custGeom>
            <a:noFill/>
            <a:ln w="2984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CA986F55-E0AA-C4A9-24A6-333964CDE579}"/>
              </a:ext>
            </a:extLst>
          </p:cNvPr>
          <p:cNvSpPr/>
          <p:nvPr/>
        </p:nvSpPr>
        <p:spPr>
          <a:xfrm>
            <a:off x="7690658" y="1999477"/>
            <a:ext cx="3223668" cy="24818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  <a:ea typeface="Open Sans" panose="020B0606030504020204" pitchFamily="34" charset="0"/>
                <a:cs typeface="Segoe UI" panose="020B0502040204020203" pitchFamily="34" charset="0"/>
              </a:rPr>
              <a:t>Perdida de la </a:t>
            </a:r>
            <a:r>
              <a:rPr lang="en-IN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  <a:ea typeface="Open Sans" panose="020B0606030504020204" pitchFamily="34" charset="0"/>
                <a:cs typeface="Segoe UI" panose="020B0502040204020203" pitchFamily="34" charset="0"/>
              </a:rPr>
              <a:t>cuota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  <a:ea typeface="Open Sans" panose="020B0606030504020204" pitchFamily="34" charset="0"/>
                <a:cs typeface="Segoe UI" panose="020B0502040204020203" pitchFamily="34" charset="0"/>
              </a:rPr>
              <a:t> de Mercado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DD614EB-E91F-8E28-CD70-990037F75BA0}"/>
              </a:ext>
            </a:extLst>
          </p:cNvPr>
          <p:cNvSpPr/>
          <p:nvPr/>
        </p:nvSpPr>
        <p:spPr>
          <a:xfrm>
            <a:off x="7690658" y="3658576"/>
            <a:ext cx="3223668" cy="24818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r>
              <a:rPr lang="en-IN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  <a:ea typeface="Open Sans" panose="020B0606030504020204" pitchFamily="34" charset="0"/>
                <a:cs typeface="Segoe UI" panose="020B0502040204020203" pitchFamily="34" charset="0"/>
              </a:rPr>
              <a:t>Daño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  <a:ea typeface="Open Sans" panose="020B0606030504020204" pitchFamily="34" charset="0"/>
                <a:cs typeface="Segoe UI" panose="020B0502040204020203" pitchFamily="34" charset="0"/>
              </a:rPr>
              <a:t> </a:t>
            </a:r>
            <a:r>
              <a:rPr lang="en-IN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  <a:ea typeface="Open Sans" panose="020B0606030504020204" pitchFamily="34" charset="0"/>
                <a:cs typeface="Segoe UI" panose="020B0502040204020203" pitchFamily="34" charset="0"/>
              </a:rPr>
              <a:t>reputacional</a:t>
            </a:r>
            <a:endParaRPr lang="en-IN" b="1" dirty="0">
              <a:solidFill>
                <a:schemeClr val="tx1">
                  <a:lumMod val="85000"/>
                  <a:lumOff val="15000"/>
                </a:schemeClr>
              </a:solidFill>
              <a:latin typeface="Raleway" pitchFamily="2" charset="0"/>
              <a:ea typeface="Open Sans" panose="020B0606030504020204" pitchFamily="34" charset="0"/>
              <a:cs typeface="Segoe UI" panose="020B0502040204020203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6FFF623-0948-676E-55A9-B0DB1B2FB1F2}"/>
              </a:ext>
            </a:extLst>
          </p:cNvPr>
          <p:cNvSpPr/>
          <p:nvPr/>
        </p:nvSpPr>
        <p:spPr>
          <a:xfrm>
            <a:off x="7690658" y="5168700"/>
            <a:ext cx="3223668" cy="63493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r>
              <a:rPr lang="en-IN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  <a:ea typeface="Open Sans" panose="020B0606030504020204" pitchFamily="34" charset="0"/>
                <a:cs typeface="Segoe UI" panose="020B0502040204020203" pitchFamily="34" charset="0"/>
              </a:rPr>
              <a:t>Fuga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  <a:ea typeface="Open Sans" panose="020B0606030504020204" pitchFamily="34" charset="0"/>
                <a:cs typeface="Segoe UI" panose="020B0502040204020203" pitchFamily="34" charset="0"/>
              </a:rPr>
              <a:t> de </a:t>
            </a:r>
            <a:r>
              <a:rPr lang="en-IN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  <a:ea typeface="Open Sans" panose="020B0606030504020204" pitchFamily="34" charset="0"/>
                <a:cs typeface="Segoe UI" panose="020B0502040204020203" pitchFamily="34" charset="0"/>
              </a:rPr>
              <a:t>Talento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  <a:ea typeface="Open Sans" panose="020B0606030504020204" pitchFamily="34" charset="0"/>
                <a:cs typeface="Segoe UI" panose="020B0502040204020203" pitchFamily="34" charset="0"/>
              </a:rPr>
              <a:t> </a:t>
            </a:r>
            <a:r>
              <a:rPr lang="en-IN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2" charset="0"/>
                <a:ea typeface="Open Sans" panose="020B0606030504020204" pitchFamily="34" charset="0"/>
                <a:cs typeface="Segoe UI" panose="020B0502040204020203" pitchFamily="34" charset="0"/>
              </a:rPr>
              <a:t>experimentado</a:t>
            </a:r>
            <a:endParaRPr lang="en-IN" b="1" dirty="0">
              <a:solidFill>
                <a:schemeClr val="tx1">
                  <a:lumMod val="85000"/>
                  <a:lumOff val="15000"/>
                </a:schemeClr>
              </a:solidFill>
              <a:latin typeface="Raleway" pitchFamily="2" charset="0"/>
              <a:ea typeface="Open Sans" panose="020B0606030504020204" pitchFamily="34" charset="0"/>
              <a:cs typeface="Segoe UI" panose="020B0502040204020203" pitchFamily="34" charset="0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7F0CEAD-93FD-45C3-BE3E-7229FE296EFC}"/>
              </a:ext>
            </a:extLst>
          </p:cNvPr>
          <p:cNvCxnSpPr>
            <a:cxnSpLocks/>
          </p:cNvCxnSpPr>
          <p:nvPr/>
        </p:nvCxnSpPr>
        <p:spPr>
          <a:xfrm>
            <a:off x="4181703" y="2177279"/>
            <a:ext cx="3085039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D0F72B5-2CB9-6F22-930D-B53786D7550B}"/>
              </a:ext>
            </a:extLst>
          </p:cNvPr>
          <p:cNvCxnSpPr>
            <a:cxnSpLocks/>
          </p:cNvCxnSpPr>
          <p:nvPr/>
        </p:nvCxnSpPr>
        <p:spPr>
          <a:xfrm>
            <a:off x="5078685" y="3801007"/>
            <a:ext cx="2188056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A85F013-BF5B-0B6A-227C-DD5CB5A463E0}"/>
              </a:ext>
            </a:extLst>
          </p:cNvPr>
          <p:cNvCxnSpPr>
            <a:cxnSpLocks/>
          </p:cNvCxnSpPr>
          <p:nvPr/>
        </p:nvCxnSpPr>
        <p:spPr>
          <a:xfrm>
            <a:off x="6010503" y="5443136"/>
            <a:ext cx="1256239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21940874-068C-836B-76D5-836535EC9E99}"/>
              </a:ext>
            </a:extLst>
          </p:cNvPr>
          <p:cNvSpPr/>
          <p:nvPr/>
        </p:nvSpPr>
        <p:spPr>
          <a:xfrm>
            <a:off x="3850359" y="1883685"/>
            <a:ext cx="602850" cy="60285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753C8C3A-246D-5476-4176-7110C751ACFF}"/>
              </a:ext>
            </a:extLst>
          </p:cNvPr>
          <p:cNvSpPr/>
          <p:nvPr/>
        </p:nvSpPr>
        <p:spPr>
          <a:xfrm>
            <a:off x="4686385" y="3503480"/>
            <a:ext cx="602850" cy="60285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BE05A86-570E-CB61-9532-B7A6DA611905}"/>
              </a:ext>
            </a:extLst>
          </p:cNvPr>
          <p:cNvSpPr/>
          <p:nvPr/>
        </p:nvSpPr>
        <p:spPr>
          <a:xfrm>
            <a:off x="5600785" y="5149401"/>
            <a:ext cx="602850" cy="602850"/>
          </a:xfrm>
          <a:prstGeom prst="ellipse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" name="Graphic 67" descr="Bar graph with upward trend with solid fill">
            <a:extLst>
              <a:ext uri="{FF2B5EF4-FFF2-40B4-BE49-F238E27FC236}">
                <a16:creationId xmlns:a16="http://schemas.microsoft.com/office/drawing/2014/main" id="{DF8A214D-1300-1170-F2F2-0D37822EB2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9740" y="5283189"/>
            <a:ext cx="354597" cy="354597"/>
          </a:xfrm>
          <a:prstGeom prst="rect">
            <a:avLst/>
          </a:prstGeom>
        </p:spPr>
      </p:pic>
      <p:pic>
        <p:nvPicPr>
          <p:cNvPr id="72" name="Graphic 71" descr="Briefcase with solid fill">
            <a:extLst>
              <a:ext uri="{FF2B5EF4-FFF2-40B4-BE49-F238E27FC236}">
                <a16:creationId xmlns:a16="http://schemas.microsoft.com/office/drawing/2014/main" id="{A5D8FBB5-6179-CA79-2391-72EB3D9F2D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10513" y="3627608"/>
            <a:ext cx="354597" cy="354597"/>
          </a:xfrm>
          <a:prstGeom prst="rect">
            <a:avLst/>
          </a:prstGeom>
        </p:spPr>
      </p:pic>
      <p:pic>
        <p:nvPicPr>
          <p:cNvPr id="74" name="Graphic 73" descr="Call center with solid fill">
            <a:extLst>
              <a:ext uri="{FF2B5EF4-FFF2-40B4-BE49-F238E27FC236}">
                <a16:creationId xmlns:a16="http://schemas.microsoft.com/office/drawing/2014/main" id="{1532BD23-4B55-42A4-5D4F-5DC99E7A4B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74487" y="2007813"/>
            <a:ext cx="354597" cy="354597"/>
          </a:xfrm>
          <a:prstGeom prst="rect">
            <a:avLst/>
          </a:prstGeom>
        </p:spPr>
      </p:pic>
      <p:sp>
        <p:nvSpPr>
          <p:cNvPr id="38" name="Título 1">
            <a:extLst>
              <a:ext uri="{FF2B5EF4-FFF2-40B4-BE49-F238E27FC236}">
                <a16:creationId xmlns:a16="http://schemas.microsoft.com/office/drawing/2014/main" id="{B8820ACB-9E26-44F6-A367-0FE3FF07E3B3}"/>
              </a:ext>
            </a:extLst>
          </p:cNvPr>
          <p:cNvSpPr txBox="1">
            <a:spLocks/>
          </p:cNvSpPr>
          <p:nvPr/>
        </p:nvSpPr>
        <p:spPr>
          <a:xfrm>
            <a:off x="3224546" y="143579"/>
            <a:ext cx="5355327" cy="9620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AR" sz="2800" b="1" dirty="0">
                <a:solidFill>
                  <a:srgbClr val="002060"/>
                </a:solidFill>
                <a:latin typeface="Raleway" panose="020B0604020202020204" pitchFamily="2" charset="0"/>
              </a:rPr>
              <a:t>6.1 El alto costo de la inacción</a:t>
            </a:r>
            <a:endParaRPr lang="es-AR" sz="2800" dirty="0">
              <a:solidFill>
                <a:srgbClr val="002060"/>
              </a:solidFill>
            </a:endParaRPr>
          </a:p>
        </p:txBody>
      </p:sp>
      <p:sp>
        <p:nvSpPr>
          <p:cNvPr id="49" name="Título 1">
            <a:extLst>
              <a:ext uri="{FF2B5EF4-FFF2-40B4-BE49-F238E27FC236}">
                <a16:creationId xmlns:a16="http://schemas.microsoft.com/office/drawing/2014/main" id="{D1B5DC63-1236-4266-B843-A04E0A3A0F5A}"/>
              </a:ext>
            </a:extLst>
          </p:cNvPr>
          <p:cNvSpPr txBox="1">
            <a:spLocks/>
          </p:cNvSpPr>
          <p:nvPr/>
        </p:nvSpPr>
        <p:spPr>
          <a:xfrm>
            <a:off x="9883241" y="1"/>
            <a:ext cx="2237381" cy="457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AR" sz="2000" b="1" dirty="0">
                <a:solidFill>
                  <a:srgbClr val="002060"/>
                </a:solidFill>
                <a:latin typeface="Raleway" panose="020B0604020202020204" pitchFamily="2" charset="0"/>
              </a:rPr>
              <a:t>Silver Standard</a:t>
            </a:r>
            <a:endParaRPr lang="es-AR" sz="2000" dirty="0">
              <a:solidFill>
                <a:srgbClr val="002060"/>
              </a:solidFill>
            </a:endParaRPr>
          </a:p>
        </p:txBody>
      </p:sp>
      <p:pic>
        <p:nvPicPr>
          <p:cNvPr id="34" name="Imagen 33" descr="Texto&#10;&#10;El contenido generado por IA puede ser incorrecto.">
            <a:extLst>
              <a:ext uri="{FF2B5EF4-FFF2-40B4-BE49-F238E27FC236}">
                <a16:creationId xmlns:a16="http://schemas.microsoft.com/office/drawing/2014/main" id="{4651CD40-0738-46B1-878A-6D8B34F899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5794" y="-629855"/>
            <a:ext cx="1761281" cy="176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7497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831F1A-CC8C-483D-B53C-2BCEB64B8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4446" y="2535706"/>
            <a:ext cx="11563108" cy="1786587"/>
          </a:xfrm>
        </p:spPr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AR" b="1" dirty="0">
                <a:solidFill>
                  <a:srgbClr val="002060"/>
                </a:solidFill>
                <a:latin typeface="Raleway" panose="020B0604020202020204" pitchFamily="2" charset="0"/>
              </a:rPr>
              <a:t>6.2</a:t>
            </a:r>
            <a:r>
              <a:rPr lang="es-AR" b="1" i="0" u="none" strike="noStrike" dirty="0">
                <a:solidFill>
                  <a:srgbClr val="002060"/>
                </a:solidFill>
                <a:effectLst/>
                <a:latin typeface="Raleway" panose="020B0604020202020204" pitchFamily="2" charset="0"/>
              </a:rPr>
              <a:t> Beneficios tangibles de la Certificación</a:t>
            </a:r>
            <a:endParaRPr lang="es-AR" dirty="0">
              <a:solidFill>
                <a:srgbClr val="002060"/>
              </a:solidFill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F54FA0EB-EB2F-48EB-9E4F-3DF5D096D96A}"/>
              </a:ext>
            </a:extLst>
          </p:cNvPr>
          <p:cNvSpPr txBox="1">
            <a:spLocks/>
          </p:cNvSpPr>
          <p:nvPr/>
        </p:nvSpPr>
        <p:spPr>
          <a:xfrm>
            <a:off x="9883241" y="1"/>
            <a:ext cx="2237381" cy="457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AR" sz="2000" b="1" dirty="0">
                <a:solidFill>
                  <a:srgbClr val="002060"/>
                </a:solidFill>
                <a:latin typeface="Raleway" panose="020B0604020202020204" pitchFamily="2" charset="0"/>
              </a:rPr>
              <a:t>Silver Standard</a:t>
            </a:r>
            <a:endParaRPr lang="es-AR" sz="2000" dirty="0">
              <a:solidFill>
                <a:srgbClr val="002060"/>
              </a:solidFill>
            </a:endParaRPr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98F72BE8-61A6-4D4D-A286-52D764F84F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5794" y="-629855"/>
            <a:ext cx="1761281" cy="176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690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409233-C1AA-01B6-B74B-BD1F002C1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9CFBECB-A72C-12EA-9442-852EA9CD7AB1}"/>
              </a:ext>
            </a:extLst>
          </p:cNvPr>
          <p:cNvSpPr/>
          <p:nvPr/>
        </p:nvSpPr>
        <p:spPr>
          <a:xfrm>
            <a:off x="1200963" y="3392553"/>
            <a:ext cx="2368330" cy="2939996"/>
          </a:xfrm>
          <a:prstGeom prst="roundRect">
            <a:avLst/>
          </a:prstGeom>
          <a:solidFill>
            <a:schemeClr val="tx1">
              <a:alpha val="14000"/>
            </a:schemeClr>
          </a:soli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91B9073-1386-EF76-DB5F-426E3A9A2E17}"/>
              </a:ext>
            </a:extLst>
          </p:cNvPr>
          <p:cNvSpPr/>
          <p:nvPr/>
        </p:nvSpPr>
        <p:spPr>
          <a:xfrm>
            <a:off x="3674878" y="3392553"/>
            <a:ext cx="2368330" cy="2939996"/>
          </a:xfrm>
          <a:prstGeom prst="roundRect">
            <a:avLst/>
          </a:prstGeom>
          <a:solidFill>
            <a:schemeClr val="tx1">
              <a:alpha val="14000"/>
            </a:schemeClr>
          </a:soli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AF09009-B05B-AD65-1E72-0D7681B2FF6F}"/>
              </a:ext>
            </a:extLst>
          </p:cNvPr>
          <p:cNvSpPr/>
          <p:nvPr/>
        </p:nvSpPr>
        <p:spPr>
          <a:xfrm>
            <a:off x="6148792" y="3392553"/>
            <a:ext cx="2368330" cy="2939996"/>
          </a:xfrm>
          <a:prstGeom prst="roundRect">
            <a:avLst/>
          </a:prstGeom>
          <a:solidFill>
            <a:schemeClr val="tx1">
              <a:alpha val="14000"/>
            </a:schemeClr>
          </a:soli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656108C6-FE4E-E4A0-3B79-401AAC7E4BCB}"/>
              </a:ext>
            </a:extLst>
          </p:cNvPr>
          <p:cNvSpPr/>
          <p:nvPr/>
        </p:nvSpPr>
        <p:spPr>
          <a:xfrm>
            <a:off x="8622708" y="3392553"/>
            <a:ext cx="2368330" cy="2939996"/>
          </a:xfrm>
          <a:prstGeom prst="roundRect">
            <a:avLst/>
          </a:prstGeom>
          <a:solidFill>
            <a:schemeClr val="tx1">
              <a:alpha val="14000"/>
            </a:schemeClr>
          </a:soli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B6C87F3-51F1-0C16-E00B-7F8CDD8036B3}"/>
              </a:ext>
            </a:extLst>
          </p:cNvPr>
          <p:cNvSpPr/>
          <p:nvPr/>
        </p:nvSpPr>
        <p:spPr>
          <a:xfrm>
            <a:off x="2569029" y="2878021"/>
            <a:ext cx="7053942" cy="435429"/>
          </a:xfrm>
          <a:custGeom>
            <a:avLst/>
            <a:gdLst>
              <a:gd name="connsiteX0" fmla="*/ 187844 w 7053942"/>
              <a:gd name="connsiteY0" fmla="*/ 0 h 435429"/>
              <a:gd name="connsiteX1" fmla="*/ 6866098 w 7053942"/>
              <a:gd name="connsiteY1" fmla="*/ 0 h 435429"/>
              <a:gd name="connsiteX2" fmla="*/ 7053942 w 7053942"/>
              <a:gd name="connsiteY2" fmla="*/ 187844 h 435429"/>
              <a:gd name="connsiteX3" fmla="*/ 7053942 w 7053942"/>
              <a:gd name="connsiteY3" fmla="*/ 435429 h 435429"/>
              <a:gd name="connsiteX4" fmla="*/ 0 w 7053942"/>
              <a:gd name="connsiteY4" fmla="*/ 435429 h 435429"/>
              <a:gd name="connsiteX5" fmla="*/ 0 w 7053942"/>
              <a:gd name="connsiteY5" fmla="*/ 187844 h 435429"/>
              <a:gd name="connsiteX6" fmla="*/ 187844 w 7053942"/>
              <a:gd name="connsiteY6" fmla="*/ 0 h 435429"/>
              <a:gd name="connsiteX0" fmla="*/ 187844 w 7053942"/>
              <a:gd name="connsiteY0" fmla="*/ 0 h 435429"/>
              <a:gd name="connsiteX1" fmla="*/ 6866098 w 7053942"/>
              <a:gd name="connsiteY1" fmla="*/ 0 h 435429"/>
              <a:gd name="connsiteX2" fmla="*/ 7053942 w 7053942"/>
              <a:gd name="connsiteY2" fmla="*/ 187844 h 435429"/>
              <a:gd name="connsiteX3" fmla="*/ 7053942 w 7053942"/>
              <a:gd name="connsiteY3" fmla="*/ 435429 h 435429"/>
              <a:gd name="connsiteX4" fmla="*/ 3254828 w 7053942"/>
              <a:gd name="connsiteY4" fmla="*/ 424543 h 435429"/>
              <a:gd name="connsiteX5" fmla="*/ 0 w 7053942"/>
              <a:gd name="connsiteY5" fmla="*/ 435429 h 435429"/>
              <a:gd name="connsiteX6" fmla="*/ 0 w 7053942"/>
              <a:gd name="connsiteY6" fmla="*/ 187844 h 435429"/>
              <a:gd name="connsiteX7" fmla="*/ 187844 w 7053942"/>
              <a:gd name="connsiteY7" fmla="*/ 0 h 435429"/>
              <a:gd name="connsiteX0" fmla="*/ 3254828 w 7053942"/>
              <a:gd name="connsiteY0" fmla="*/ 424543 h 515983"/>
              <a:gd name="connsiteX1" fmla="*/ 0 w 7053942"/>
              <a:gd name="connsiteY1" fmla="*/ 435429 h 515983"/>
              <a:gd name="connsiteX2" fmla="*/ 0 w 7053942"/>
              <a:gd name="connsiteY2" fmla="*/ 187844 h 515983"/>
              <a:gd name="connsiteX3" fmla="*/ 187844 w 7053942"/>
              <a:gd name="connsiteY3" fmla="*/ 0 h 515983"/>
              <a:gd name="connsiteX4" fmla="*/ 6866098 w 7053942"/>
              <a:gd name="connsiteY4" fmla="*/ 0 h 515983"/>
              <a:gd name="connsiteX5" fmla="*/ 7053942 w 7053942"/>
              <a:gd name="connsiteY5" fmla="*/ 187844 h 515983"/>
              <a:gd name="connsiteX6" fmla="*/ 7053942 w 7053942"/>
              <a:gd name="connsiteY6" fmla="*/ 435429 h 515983"/>
              <a:gd name="connsiteX7" fmla="*/ 3346268 w 7053942"/>
              <a:gd name="connsiteY7" fmla="*/ 515983 h 515983"/>
              <a:gd name="connsiteX0" fmla="*/ 3254828 w 7053942"/>
              <a:gd name="connsiteY0" fmla="*/ 424543 h 435429"/>
              <a:gd name="connsiteX1" fmla="*/ 0 w 7053942"/>
              <a:gd name="connsiteY1" fmla="*/ 435429 h 435429"/>
              <a:gd name="connsiteX2" fmla="*/ 0 w 7053942"/>
              <a:gd name="connsiteY2" fmla="*/ 187844 h 435429"/>
              <a:gd name="connsiteX3" fmla="*/ 187844 w 7053942"/>
              <a:gd name="connsiteY3" fmla="*/ 0 h 435429"/>
              <a:gd name="connsiteX4" fmla="*/ 6866098 w 7053942"/>
              <a:gd name="connsiteY4" fmla="*/ 0 h 435429"/>
              <a:gd name="connsiteX5" fmla="*/ 7053942 w 7053942"/>
              <a:gd name="connsiteY5" fmla="*/ 187844 h 435429"/>
              <a:gd name="connsiteX6" fmla="*/ 7053942 w 7053942"/>
              <a:gd name="connsiteY6" fmla="*/ 435429 h 435429"/>
              <a:gd name="connsiteX0" fmla="*/ 0 w 7053942"/>
              <a:gd name="connsiteY0" fmla="*/ 435429 h 435429"/>
              <a:gd name="connsiteX1" fmla="*/ 0 w 7053942"/>
              <a:gd name="connsiteY1" fmla="*/ 187844 h 435429"/>
              <a:gd name="connsiteX2" fmla="*/ 187844 w 7053942"/>
              <a:gd name="connsiteY2" fmla="*/ 0 h 435429"/>
              <a:gd name="connsiteX3" fmla="*/ 6866098 w 7053942"/>
              <a:gd name="connsiteY3" fmla="*/ 0 h 435429"/>
              <a:gd name="connsiteX4" fmla="*/ 7053942 w 7053942"/>
              <a:gd name="connsiteY4" fmla="*/ 187844 h 435429"/>
              <a:gd name="connsiteX5" fmla="*/ 7053942 w 7053942"/>
              <a:gd name="connsiteY5" fmla="*/ 435429 h 435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53942" h="435429">
                <a:moveTo>
                  <a:pt x="0" y="435429"/>
                </a:moveTo>
                <a:lnTo>
                  <a:pt x="0" y="187844"/>
                </a:lnTo>
                <a:cubicBezTo>
                  <a:pt x="0" y="84101"/>
                  <a:pt x="84101" y="0"/>
                  <a:pt x="187844" y="0"/>
                </a:cubicBezTo>
                <a:lnTo>
                  <a:pt x="6866098" y="0"/>
                </a:lnTo>
                <a:cubicBezTo>
                  <a:pt x="6969841" y="0"/>
                  <a:pt x="7053942" y="84101"/>
                  <a:pt x="7053942" y="187844"/>
                </a:cubicBezTo>
                <a:lnTo>
                  <a:pt x="7053942" y="435429"/>
                </a:ln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AE11A9C-80A8-91CF-1D5B-B7422B4878AB}"/>
              </a:ext>
            </a:extLst>
          </p:cNvPr>
          <p:cNvSpPr/>
          <p:nvPr/>
        </p:nvSpPr>
        <p:spPr>
          <a:xfrm>
            <a:off x="4921993" y="2878021"/>
            <a:ext cx="187844" cy="435429"/>
          </a:xfrm>
          <a:custGeom>
            <a:avLst/>
            <a:gdLst>
              <a:gd name="connsiteX0" fmla="*/ 187844 w 7053942"/>
              <a:gd name="connsiteY0" fmla="*/ 0 h 435429"/>
              <a:gd name="connsiteX1" fmla="*/ 6866098 w 7053942"/>
              <a:gd name="connsiteY1" fmla="*/ 0 h 435429"/>
              <a:gd name="connsiteX2" fmla="*/ 7053942 w 7053942"/>
              <a:gd name="connsiteY2" fmla="*/ 187844 h 435429"/>
              <a:gd name="connsiteX3" fmla="*/ 7053942 w 7053942"/>
              <a:gd name="connsiteY3" fmla="*/ 435429 h 435429"/>
              <a:gd name="connsiteX4" fmla="*/ 0 w 7053942"/>
              <a:gd name="connsiteY4" fmla="*/ 435429 h 435429"/>
              <a:gd name="connsiteX5" fmla="*/ 0 w 7053942"/>
              <a:gd name="connsiteY5" fmla="*/ 187844 h 435429"/>
              <a:gd name="connsiteX6" fmla="*/ 187844 w 7053942"/>
              <a:gd name="connsiteY6" fmla="*/ 0 h 435429"/>
              <a:gd name="connsiteX0" fmla="*/ 187844 w 7053942"/>
              <a:gd name="connsiteY0" fmla="*/ 0 h 435429"/>
              <a:gd name="connsiteX1" fmla="*/ 6866098 w 7053942"/>
              <a:gd name="connsiteY1" fmla="*/ 0 h 435429"/>
              <a:gd name="connsiteX2" fmla="*/ 7053942 w 7053942"/>
              <a:gd name="connsiteY2" fmla="*/ 187844 h 435429"/>
              <a:gd name="connsiteX3" fmla="*/ 7053942 w 7053942"/>
              <a:gd name="connsiteY3" fmla="*/ 435429 h 435429"/>
              <a:gd name="connsiteX4" fmla="*/ 3254828 w 7053942"/>
              <a:gd name="connsiteY4" fmla="*/ 424543 h 435429"/>
              <a:gd name="connsiteX5" fmla="*/ 0 w 7053942"/>
              <a:gd name="connsiteY5" fmla="*/ 435429 h 435429"/>
              <a:gd name="connsiteX6" fmla="*/ 0 w 7053942"/>
              <a:gd name="connsiteY6" fmla="*/ 187844 h 435429"/>
              <a:gd name="connsiteX7" fmla="*/ 187844 w 7053942"/>
              <a:gd name="connsiteY7" fmla="*/ 0 h 435429"/>
              <a:gd name="connsiteX0" fmla="*/ 3254828 w 7053942"/>
              <a:gd name="connsiteY0" fmla="*/ 424543 h 515983"/>
              <a:gd name="connsiteX1" fmla="*/ 0 w 7053942"/>
              <a:gd name="connsiteY1" fmla="*/ 435429 h 515983"/>
              <a:gd name="connsiteX2" fmla="*/ 0 w 7053942"/>
              <a:gd name="connsiteY2" fmla="*/ 187844 h 515983"/>
              <a:gd name="connsiteX3" fmla="*/ 187844 w 7053942"/>
              <a:gd name="connsiteY3" fmla="*/ 0 h 515983"/>
              <a:gd name="connsiteX4" fmla="*/ 6866098 w 7053942"/>
              <a:gd name="connsiteY4" fmla="*/ 0 h 515983"/>
              <a:gd name="connsiteX5" fmla="*/ 7053942 w 7053942"/>
              <a:gd name="connsiteY5" fmla="*/ 187844 h 515983"/>
              <a:gd name="connsiteX6" fmla="*/ 7053942 w 7053942"/>
              <a:gd name="connsiteY6" fmla="*/ 435429 h 515983"/>
              <a:gd name="connsiteX7" fmla="*/ 3346268 w 7053942"/>
              <a:gd name="connsiteY7" fmla="*/ 515983 h 515983"/>
              <a:gd name="connsiteX0" fmla="*/ 3254828 w 7053942"/>
              <a:gd name="connsiteY0" fmla="*/ 424543 h 435429"/>
              <a:gd name="connsiteX1" fmla="*/ 0 w 7053942"/>
              <a:gd name="connsiteY1" fmla="*/ 435429 h 435429"/>
              <a:gd name="connsiteX2" fmla="*/ 0 w 7053942"/>
              <a:gd name="connsiteY2" fmla="*/ 187844 h 435429"/>
              <a:gd name="connsiteX3" fmla="*/ 187844 w 7053942"/>
              <a:gd name="connsiteY3" fmla="*/ 0 h 435429"/>
              <a:gd name="connsiteX4" fmla="*/ 6866098 w 7053942"/>
              <a:gd name="connsiteY4" fmla="*/ 0 h 435429"/>
              <a:gd name="connsiteX5" fmla="*/ 7053942 w 7053942"/>
              <a:gd name="connsiteY5" fmla="*/ 187844 h 435429"/>
              <a:gd name="connsiteX6" fmla="*/ 7053942 w 7053942"/>
              <a:gd name="connsiteY6" fmla="*/ 435429 h 435429"/>
              <a:gd name="connsiteX0" fmla="*/ 0 w 7053942"/>
              <a:gd name="connsiteY0" fmla="*/ 435429 h 435429"/>
              <a:gd name="connsiteX1" fmla="*/ 0 w 7053942"/>
              <a:gd name="connsiteY1" fmla="*/ 187844 h 435429"/>
              <a:gd name="connsiteX2" fmla="*/ 187844 w 7053942"/>
              <a:gd name="connsiteY2" fmla="*/ 0 h 435429"/>
              <a:gd name="connsiteX3" fmla="*/ 6866098 w 7053942"/>
              <a:gd name="connsiteY3" fmla="*/ 0 h 435429"/>
              <a:gd name="connsiteX4" fmla="*/ 7053942 w 7053942"/>
              <a:gd name="connsiteY4" fmla="*/ 187844 h 435429"/>
              <a:gd name="connsiteX5" fmla="*/ 7053942 w 7053942"/>
              <a:gd name="connsiteY5" fmla="*/ 435429 h 435429"/>
              <a:gd name="connsiteX0" fmla="*/ 0 w 7053942"/>
              <a:gd name="connsiteY0" fmla="*/ 435429 h 435429"/>
              <a:gd name="connsiteX1" fmla="*/ 0 w 7053942"/>
              <a:gd name="connsiteY1" fmla="*/ 187844 h 435429"/>
              <a:gd name="connsiteX2" fmla="*/ 187844 w 7053942"/>
              <a:gd name="connsiteY2" fmla="*/ 0 h 435429"/>
              <a:gd name="connsiteX3" fmla="*/ 6866098 w 7053942"/>
              <a:gd name="connsiteY3" fmla="*/ 0 h 435429"/>
              <a:gd name="connsiteX4" fmla="*/ 7053942 w 7053942"/>
              <a:gd name="connsiteY4" fmla="*/ 187844 h 435429"/>
              <a:gd name="connsiteX0" fmla="*/ 0 w 6866098"/>
              <a:gd name="connsiteY0" fmla="*/ 435429 h 435429"/>
              <a:gd name="connsiteX1" fmla="*/ 0 w 6866098"/>
              <a:gd name="connsiteY1" fmla="*/ 187844 h 435429"/>
              <a:gd name="connsiteX2" fmla="*/ 187844 w 6866098"/>
              <a:gd name="connsiteY2" fmla="*/ 0 h 435429"/>
              <a:gd name="connsiteX3" fmla="*/ 6866098 w 6866098"/>
              <a:gd name="connsiteY3" fmla="*/ 0 h 435429"/>
              <a:gd name="connsiteX0" fmla="*/ 0 w 187844"/>
              <a:gd name="connsiteY0" fmla="*/ 435429 h 435429"/>
              <a:gd name="connsiteX1" fmla="*/ 0 w 187844"/>
              <a:gd name="connsiteY1" fmla="*/ 187844 h 435429"/>
              <a:gd name="connsiteX2" fmla="*/ 187844 w 187844"/>
              <a:gd name="connsiteY2" fmla="*/ 0 h 435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7844" h="435429">
                <a:moveTo>
                  <a:pt x="0" y="435429"/>
                </a:moveTo>
                <a:lnTo>
                  <a:pt x="0" y="187844"/>
                </a:lnTo>
                <a:cubicBezTo>
                  <a:pt x="0" y="84101"/>
                  <a:pt x="84101" y="0"/>
                  <a:pt x="187844" y="0"/>
                </a:cubicBez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288D404-6E70-65F6-8292-1EC44FE0417D}"/>
              </a:ext>
            </a:extLst>
          </p:cNvPr>
          <p:cNvSpPr/>
          <p:nvPr/>
        </p:nvSpPr>
        <p:spPr>
          <a:xfrm flipH="1">
            <a:off x="7075913" y="2878021"/>
            <a:ext cx="187844" cy="435429"/>
          </a:xfrm>
          <a:custGeom>
            <a:avLst/>
            <a:gdLst>
              <a:gd name="connsiteX0" fmla="*/ 187844 w 7053942"/>
              <a:gd name="connsiteY0" fmla="*/ 0 h 435429"/>
              <a:gd name="connsiteX1" fmla="*/ 6866098 w 7053942"/>
              <a:gd name="connsiteY1" fmla="*/ 0 h 435429"/>
              <a:gd name="connsiteX2" fmla="*/ 7053942 w 7053942"/>
              <a:gd name="connsiteY2" fmla="*/ 187844 h 435429"/>
              <a:gd name="connsiteX3" fmla="*/ 7053942 w 7053942"/>
              <a:gd name="connsiteY3" fmla="*/ 435429 h 435429"/>
              <a:gd name="connsiteX4" fmla="*/ 0 w 7053942"/>
              <a:gd name="connsiteY4" fmla="*/ 435429 h 435429"/>
              <a:gd name="connsiteX5" fmla="*/ 0 w 7053942"/>
              <a:gd name="connsiteY5" fmla="*/ 187844 h 435429"/>
              <a:gd name="connsiteX6" fmla="*/ 187844 w 7053942"/>
              <a:gd name="connsiteY6" fmla="*/ 0 h 435429"/>
              <a:gd name="connsiteX0" fmla="*/ 187844 w 7053942"/>
              <a:gd name="connsiteY0" fmla="*/ 0 h 435429"/>
              <a:gd name="connsiteX1" fmla="*/ 6866098 w 7053942"/>
              <a:gd name="connsiteY1" fmla="*/ 0 h 435429"/>
              <a:gd name="connsiteX2" fmla="*/ 7053942 w 7053942"/>
              <a:gd name="connsiteY2" fmla="*/ 187844 h 435429"/>
              <a:gd name="connsiteX3" fmla="*/ 7053942 w 7053942"/>
              <a:gd name="connsiteY3" fmla="*/ 435429 h 435429"/>
              <a:gd name="connsiteX4" fmla="*/ 3254828 w 7053942"/>
              <a:gd name="connsiteY4" fmla="*/ 424543 h 435429"/>
              <a:gd name="connsiteX5" fmla="*/ 0 w 7053942"/>
              <a:gd name="connsiteY5" fmla="*/ 435429 h 435429"/>
              <a:gd name="connsiteX6" fmla="*/ 0 w 7053942"/>
              <a:gd name="connsiteY6" fmla="*/ 187844 h 435429"/>
              <a:gd name="connsiteX7" fmla="*/ 187844 w 7053942"/>
              <a:gd name="connsiteY7" fmla="*/ 0 h 435429"/>
              <a:gd name="connsiteX0" fmla="*/ 3254828 w 7053942"/>
              <a:gd name="connsiteY0" fmla="*/ 424543 h 515983"/>
              <a:gd name="connsiteX1" fmla="*/ 0 w 7053942"/>
              <a:gd name="connsiteY1" fmla="*/ 435429 h 515983"/>
              <a:gd name="connsiteX2" fmla="*/ 0 w 7053942"/>
              <a:gd name="connsiteY2" fmla="*/ 187844 h 515983"/>
              <a:gd name="connsiteX3" fmla="*/ 187844 w 7053942"/>
              <a:gd name="connsiteY3" fmla="*/ 0 h 515983"/>
              <a:gd name="connsiteX4" fmla="*/ 6866098 w 7053942"/>
              <a:gd name="connsiteY4" fmla="*/ 0 h 515983"/>
              <a:gd name="connsiteX5" fmla="*/ 7053942 w 7053942"/>
              <a:gd name="connsiteY5" fmla="*/ 187844 h 515983"/>
              <a:gd name="connsiteX6" fmla="*/ 7053942 w 7053942"/>
              <a:gd name="connsiteY6" fmla="*/ 435429 h 515983"/>
              <a:gd name="connsiteX7" fmla="*/ 3346268 w 7053942"/>
              <a:gd name="connsiteY7" fmla="*/ 515983 h 515983"/>
              <a:gd name="connsiteX0" fmla="*/ 3254828 w 7053942"/>
              <a:gd name="connsiteY0" fmla="*/ 424543 h 435429"/>
              <a:gd name="connsiteX1" fmla="*/ 0 w 7053942"/>
              <a:gd name="connsiteY1" fmla="*/ 435429 h 435429"/>
              <a:gd name="connsiteX2" fmla="*/ 0 w 7053942"/>
              <a:gd name="connsiteY2" fmla="*/ 187844 h 435429"/>
              <a:gd name="connsiteX3" fmla="*/ 187844 w 7053942"/>
              <a:gd name="connsiteY3" fmla="*/ 0 h 435429"/>
              <a:gd name="connsiteX4" fmla="*/ 6866098 w 7053942"/>
              <a:gd name="connsiteY4" fmla="*/ 0 h 435429"/>
              <a:gd name="connsiteX5" fmla="*/ 7053942 w 7053942"/>
              <a:gd name="connsiteY5" fmla="*/ 187844 h 435429"/>
              <a:gd name="connsiteX6" fmla="*/ 7053942 w 7053942"/>
              <a:gd name="connsiteY6" fmla="*/ 435429 h 435429"/>
              <a:gd name="connsiteX0" fmla="*/ 0 w 7053942"/>
              <a:gd name="connsiteY0" fmla="*/ 435429 h 435429"/>
              <a:gd name="connsiteX1" fmla="*/ 0 w 7053942"/>
              <a:gd name="connsiteY1" fmla="*/ 187844 h 435429"/>
              <a:gd name="connsiteX2" fmla="*/ 187844 w 7053942"/>
              <a:gd name="connsiteY2" fmla="*/ 0 h 435429"/>
              <a:gd name="connsiteX3" fmla="*/ 6866098 w 7053942"/>
              <a:gd name="connsiteY3" fmla="*/ 0 h 435429"/>
              <a:gd name="connsiteX4" fmla="*/ 7053942 w 7053942"/>
              <a:gd name="connsiteY4" fmla="*/ 187844 h 435429"/>
              <a:gd name="connsiteX5" fmla="*/ 7053942 w 7053942"/>
              <a:gd name="connsiteY5" fmla="*/ 435429 h 435429"/>
              <a:gd name="connsiteX0" fmla="*/ 0 w 7053942"/>
              <a:gd name="connsiteY0" fmla="*/ 435429 h 435429"/>
              <a:gd name="connsiteX1" fmla="*/ 0 w 7053942"/>
              <a:gd name="connsiteY1" fmla="*/ 187844 h 435429"/>
              <a:gd name="connsiteX2" fmla="*/ 187844 w 7053942"/>
              <a:gd name="connsiteY2" fmla="*/ 0 h 435429"/>
              <a:gd name="connsiteX3" fmla="*/ 6866098 w 7053942"/>
              <a:gd name="connsiteY3" fmla="*/ 0 h 435429"/>
              <a:gd name="connsiteX4" fmla="*/ 7053942 w 7053942"/>
              <a:gd name="connsiteY4" fmla="*/ 187844 h 435429"/>
              <a:gd name="connsiteX0" fmla="*/ 0 w 6866098"/>
              <a:gd name="connsiteY0" fmla="*/ 435429 h 435429"/>
              <a:gd name="connsiteX1" fmla="*/ 0 w 6866098"/>
              <a:gd name="connsiteY1" fmla="*/ 187844 h 435429"/>
              <a:gd name="connsiteX2" fmla="*/ 187844 w 6866098"/>
              <a:gd name="connsiteY2" fmla="*/ 0 h 435429"/>
              <a:gd name="connsiteX3" fmla="*/ 6866098 w 6866098"/>
              <a:gd name="connsiteY3" fmla="*/ 0 h 435429"/>
              <a:gd name="connsiteX0" fmla="*/ 0 w 187844"/>
              <a:gd name="connsiteY0" fmla="*/ 435429 h 435429"/>
              <a:gd name="connsiteX1" fmla="*/ 0 w 187844"/>
              <a:gd name="connsiteY1" fmla="*/ 187844 h 435429"/>
              <a:gd name="connsiteX2" fmla="*/ 187844 w 187844"/>
              <a:gd name="connsiteY2" fmla="*/ 0 h 435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7844" h="435429">
                <a:moveTo>
                  <a:pt x="0" y="435429"/>
                </a:moveTo>
                <a:lnTo>
                  <a:pt x="0" y="187844"/>
                </a:lnTo>
                <a:cubicBezTo>
                  <a:pt x="0" y="84101"/>
                  <a:pt x="84101" y="0"/>
                  <a:pt x="187844" y="0"/>
                </a:cubicBez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70C149-3F04-17DC-4AA6-9F9E892AC02E}"/>
              </a:ext>
            </a:extLst>
          </p:cNvPr>
          <p:cNvSpPr/>
          <p:nvPr/>
        </p:nvSpPr>
        <p:spPr>
          <a:xfrm>
            <a:off x="2387588" y="1556792"/>
            <a:ext cx="7416824" cy="8640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3000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B97409B-F7CA-B3F2-B149-BAE29C3BFE6E}"/>
              </a:ext>
            </a:extLst>
          </p:cNvPr>
          <p:cNvSpPr/>
          <p:nvPr/>
        </p:nvSpPr>
        <p:spPr>
          <a:xfrm>
            <a:off x="1525429" y="3315140"/>
            <a:ext cx="2088232" cy="2592288"/>
          </a:xfrm>
          <a:prstGeom prst="roundRect">
            <a:avLst/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9A298FB-2933-7643-2C6F-14DC0D68A5E2}"/>
              </a:ext>
            </a:extLst>
          </p:cNvPr>
          <p:cNvSpPr/>
          <p:nvPr/>
        </p:nvSpPr>
        <p:spPr>
          <a:xfrm>
            <a:off x="3876399" y="3315140"/>
            <a:ext cx="2088232" cy="2592288"/>
          </a:xfrm>
          <a:prstGeom prst="roundRect">
            <a:avLst/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4DAC8C6-6EB2-B3A1-0386-8BC417167E0C}"/>
              </a:ext>
            </a:extLst>
          </p:cNvPr>
          <p:cNvSpPr/>
          <p:nvPr/>
        </p:nvSpPr>
        <p:spPr>
          <a:xfrm>
            <a:off x="6227369" y="3315140"/>
            <a:ext cx="2088232" cy="2592288"/>
          </a:xfrm>
          <a:prstGeom prst="roundRect">
            <a:avLst/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A53C9C0-B9F8-DC1D-D9DB-6BBE8B52B605}"/>
              </a:ext>
            </a:extLst>
          </p:cNvPr>
          <p:cNvSpPr/>
          <p:nvPr/>
        </p:nvSpPr>
        <p:spPr>
          <a:xfrm>
            <a:off x="8578340" y="3315140"/>
            <a:ext cx="2088232" cy="2592288"/>
          </a:xfrm>
          <a:prstGeom prst="roundRect">
            <a:avLst/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CB3583-B0D5-1BDE-2F66-5D8C37AE2096}"/>
              </a:ext>
            </a:extLst>
          </p:cNvPr>
          <p:cNvCxnSpPr>
            <a:cxnSpLocks/>
          </p:cNvCxnSpPr>
          <p:nvPr/>
        </p:nvCxnSpPr>
        <p:spPr>
          <a:xfrm>
            <a:off x="6096000" y="2446853"/>
            <a:ext cx="0" cy="433671"/>
          </a:xfrm>
          <a:prstGeom prst="line">
            <a:avLst/>
          </a:prstGeom>
          <a:ln w="25400"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843BA1F-AC22-3E37-80FB-5590E62CFF9D}"/>
              </a:ext>
            </a:extLst>
          </p:cNvPr>
          <p:cNvSpPr txBox="1"/>
          <p:nvPr/>
        </p:nvSpPr>
        <p:spPr>
          <a:xfrm>
            <a:off x="1759741" y="4442451"/>
            <a:ext cx="1619611" cy="148489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s-MX" sz="1800" b="1" i="0" u="none" strike="noStrike" dirty="0">
                <a:solidFill>
                  <a:srgbClr val="1B1C1D"/>
                </a:solidFill>
                <a:effectLst/>
                <a:latin typeface="Raleway" pitchFamily="2" charset="0"/>
              </a:rPr>
              <a:t>Aumento de la Lealtad del Cliente y del Valor de Vida (LTV)</a:t>
            </a:r>
            <a:endParaRPr lang="en-US" sz="1600" b="1" dirty="0">
              <a:solidFill>
                <a:schemeClr val="accent1"/>
              </a:solidFill>
              <a:latin typeface="Raleway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4B0CC1-190E-D7DF-DD3C-56513D320EF1}"/>
              </a:ext>
            </a:extLst>
          </p:cNvPr>
          <p:cNvSpPr txBox="1"/>
          <p:nvPr/>
        </p:nvSpPr>
        <p:spPr>
          <a:xfrm>
            <a:off x="4130904" y="4521360"/>
            <a:ext cx="1619611" cy="11548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s-MX" sz="1800" b="1" i="0" u="none" strike="noStrike" dirty="0">
                <a:solidFill>
                  <a:srgbClr val="1B1C1D"/>
                </a:solidFill>
                <a:effectLst/>
                <a:latin typeface="Raleway" pitchFamily="2" charset="0"/>
              </a:rPr>
              <a:t>Mejora de la Reputación de Marca y Diferenciación</a:t>
            </a:r>
            <a:endParaRPr lang="en-US" sz="1600" b="1" dirty="0">
              <a:solidFill>
                <a:schemeClr val="accent1"/>
              </a:solidFill>
              <a:latin typeface="Raleway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EEBCB3-BB76-673B-DC8D-D1F18C8AF2F7}"/>
              </a:ext>
            </a:extLst>
          </p:cNvPr>
          <p:cNvSpPr txBox="1"/>
          <p:nvPr/>
        </p:nvSpPr>
        <p:spPr>
          <a:xfrm>
            <a:off x="6461679" y="4644890"/>
            <a:ext cx="1619611" cy="656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s-MX" sz="1800" b="1" i="0" u="none" strike="noStrike" dirty="0">
                <a:solidFill>
                  <a:srgbClr val="1B1C1D"/>
                </a:solidFill>
                <a:effectLst/>
                <a:latin typeface="Raleway" pitchFamily="2" charset="0"/>
              </a:rPr>
              <a:t>Expansión de la Base de Clientes</a:t>
            </a:r>
            <a:endParaRPr lang="en-US" sz="1600" b="1" dirty="0">
              <a:solidFill>
                <a:schemeClr val="accent1"/>
              </a:solidFill>
              <a:latin typeface="Raleway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2313E7-9718-FB38-BC89-93AB840C5AC4}"/>
              </a:ext>
            </a:extLst>
          </p:cNvPr>
          <p:cNvSpPr txBox="1"/>
          <p:nvPr/>
        </p:nvSpPr>
        <p:spPr>
          <a:xfrm>
            <a:off x="8797610" y="4521717"/>
            <a:ext cx="1619611" cy="11548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s-MX" sz="1800" b="1" i="0" u="none" strike="noStrike" dirty="0">
                <a:solidFill>
                  <a:srgbClr val="1B1C1D"/>
                </a:solidFill>
                <a:effectLst/>
                <a:latin typeface="Raleway" pitchFamily="2" charset="0"/>
              </a:rPr>
              <a:t>Mejora del Compromiso y la Retención de Empleados</a:t>
            </a:r>
            <a:endParaRPr lang="en-US" sz="1600" b="1" dirty="0">
              <a:solidFill>
                <a:schemeClr val="accent1"/>
              </a:solidFill>
              <a:latin typeface="Raleway" pitchFamily="2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01C0F63-55C6-33FC-3090-43FDF1F4F329}"/>
              </a:ext>
            </a:extLst>
          </p:cNvPr>
          <p:cNvSpPr/>
          <p:nvPr/>
        </p:nvSpPr>
        <p:spPr>
          <a:xfrm>
            <a:off x="2240870" y="3573016"/>
            <a:ext cx="656318" cy="656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D913A28-E938-6BA7-DA47-7F3BC92771AD}"/>
              </a:ext>
            </a:extLst>
          </p:cNvPr>
          <p:cNvSpPr/>
          <p:nvPr/>
        </p:nvSpPr>
        <p:spPr>
          <a:xfrm>
            <a:off x="4592356" y="3573016"/>
            <a:ext cx="656318" cy="656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77CFAA2-2BFE-CC30-55CD-78848A2E9F8B}"/>
              </a:ext>
            </a:extLst>
          </p:cNvPr>
          <p:cNvSpPr/>
          <p:nvPr/>
        </p:nvSpPr>
        <p:spPr>
          <a:xfrm>
            <a:off x="6943326" y="3573016"/>
            <a:ext cx="656318" cy="656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35AE561-F8FC-047F-85BB-6E01ADCB01CB}"/>
              </a:ext>
            </a:extLst>
          </p:cNvPr>
          <p:cNvSpPr/>
          <p:nvPr/>
        </p:nvSpPr>
        <p:spPr>
          <a:xfrm>
            <a:off x="9294297" y="3573016"/>
            <a:ext cx="656318" cy="656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56CBF2E-54DD-E228-FB4D-179AC88AB76F}"/>
              </a:ext>
            </a:extLst>
          </p:cNvPr>
          <p:cNvSpPr txBox="1"/>
          <p:nvPr/>
        </p:nvSpPr>
        <p:spPr>
          <a:xfrm>
            <a:off x="3998332" y="1804332"/>
            <a:ext cx="4195336" cy="369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000" b="1" dirty="0">
                <a:solidFill>
                  <a:schemeClr val="bg1"/>
                </a:solidFill>
                <a:latin typeface="Raleway" pitchFamily="2" charset="0"/>
              </a:rPr>
              <a:t>BENEFICIOS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21E53B5-57FA-4D41-0CB5-2115BF2716F3}"/>
              </a:ext>
            </a:extLst>
          </p:cNvPr>
          <p:cNvGrpSpPr/>
          <p:nvPr/>
        </p:nvGrpSpPr>
        <p:grpSpPr>
          <a:xfrm>
            <a:off x="2376071" y="3688665"/>
            <a:ext cx="385916" cy="425020"/>
            <a:chOff x="10774363" y="3094038"/>
            <a:chExt cx="2490788" cy="2743200"/>
          </a:xfrm>
          <a:solidFill>
            <a:schemeClr val="bg1"/>
          </a:solidFill>
        </p:grpSpPr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E67BE0CB-4A53-0CD3-F588-E39BBA83C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17488" y="4284663"/>
              <a:ext cx="347663" cy="107950"/>
            </a:xfrm>
            <a:custGeom>
              <a:avLst/>
              <a:gdLst>
                <a:gd name="T0" fmla="*/ 219 w 259"/>
                <a:gd name="T1" fmla="*/ 0 h 80"/>
                <a:gd name="T2" fmla="*/ 40 w 259"/>
                <a:gd name="T3" fmla="*/ 0 h 80"/>
                <a:gd name="T4" fmla="*/ 0 w 259"/>
                <a:gd name="T5" fmla="*/ 40 h 80"/>
                <a:gd name="T6" fmla="*/ 40 w 259"/>
                <a:gd name="T7" fmla="*/ 80 h 80"/>
                <a:gd name="T8" fmla="*/ 219 w 259"/>
                <a:gd name="T9" fmla="*/ 80 h 80"/>
                <a:gd name="T10" fmla="*/ 259 w 259"/>
                <a:gd name="T11" fmla="*/ 40 h 80"/>
                <a:gd name="T12" fmla="*/ 219 w 259"/>
                <a:gd name="T1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9" h="80">
                  <a:moveTo>
                    <a:pt x="219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7" y="0"/>
                    <a:pt x="0" y="18"/>
                    <a:pt x="0" y="40"/>
                  </a:cubicBezTo>
                  <a:cubicBezTo>
                    <a:pt x="0" y="62"/>
                    <a:pt x="17" y="80"/>
                    <a:pt x="40" y="80"/>
                  </a:cubicBezTo>
                  <a:cubicBezTo>
                    <a:pt x="219" y="80"/>
                    <a:pt x="219" y="80"/>
                    <a:pt x="219" y="80"/>
                  </a:cubicBezTo>
                  <a:cubicBezTo>
                    <a:pt x="241" y="80"/>
                    <a:pt x="259" y="62"/>
                    <a:pt x="259" y="40"/>
                  </a:cubicBezTo>
                  <a:cubicBezTo>
                    <a:pt x="259" y="18"/>
                    <a:pt x="241" y="0"/>
                    <a:pt x="219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" name="Freeform 6">
              <a:extLst>
                <a:ext uri="{FF2B5EF4-FFF2-40B4-BE49-F238E27FC236}">
                  <a16:creationId xmlns:a16="http://schemas.microsoft.com/office/drawing/2014/main" id="{0D67D1B0-8E8D-89E9-AE00-0642869394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6576" y="3094038"/>
              <a:ext cx="106363" cy="347662"/>
            </a:xfrm>
            <a:custGeom>
              <a:avLst/>
              <a:gdLst>
                <a:gd name="T0" fmla="*/ 40 w 80"/>
                <a:gd name="T1" fmla="*/ 260 h 260"/>
                <a:gd name="T2" fmla="*/ 80 w 80"/>
                <a:gd name="T3" fmla="*/ 220 h 260"/>
                <a:gd name="T4" fmla="*/ 80 w 80"/>
                <a:gd name="T5" fmla="*/ 40 h 260"/>
                <a:gd name="T6" fmla="*/ 40 w 80"/>
                <a:gd name="T7" fmla="*/ 0 h 260"/>
                <a:gd name="T8" fmla="*/ 0 w 80"/>
                <a:gd name="T9" fmla="*/ 40 h 260"/>
                <a:gd name="T10" fmla="*/ 0 w 80"/>
                <a:gd name="T11" fmla="*/ 220 h 260"/>
                <a:gd name="T12" fmla="*/ 40 w 80"/>
                <a:gd name="T13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260">
                  <a:moveTo>
                    <a:pt x="40" y="260"/>
                  </a:moveTo>
                  <a:cubicBezTo>
                    <a:pt x="62" y="260"/>
                    <a:pt x="80" y="242"/>
                    <a:pt x="80" y="22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220"/>
                    <a:pt x="0" y="220"/>
                    <a:pt x="0" y="220"/>
                  </a:cubicBezTo>
                  <a:cubicBezTo>
                    <a:pt x="0" y="242"/>
                    <a:pt x="18" y="260"/>
                    <a:pt x="40" y="26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" name="Freeform 7">
              <a:extLst>
                <a:ext uri="{FF2B5EF4-FFF2-40B4-BE49-F238E27FC236}">
                  <a16:creationId xmlns:a16="http://schemas.microsoft.com/office/drawing/2014/main" id="{D7443E11-BB00-B8A3-AE0D-A777F4C94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7263" y="3438525"/>
              <a:ext cx="288925" cy="280987"/>
            </a:xfrm>
            <a:custGeom>
              <a:avLst/>
              <a:gdLst>
                <a:gd name="T0" fmla="*/ 143 w 215"/>
                <a:gd name="T1" fmla="*/ 199 h 210"/>
                <a:gd name="T2" fmla="*/ 171 w 215"/>
                <a:gd name="T3" fmla="*/ 210 h 210"/>
                <a:gd name="T4" fmla="*/ 200 w 215"/>
                <a:gd name="T5" fmla="*/ 199 h 210"/>
                <a:gd name="T6" fmla="*/ 200 w 215"/>
                <a:gd name="T7" fmla="*/ 142 h 210"/>
                <a:gd name="T8" fmla="*/ 73 w 215"/>
                <a:gd name="T9" fmla="*/ 15 h 210"/>
                <a:gd name="T10" fmla="*/ 16 w 215"/>
                <a:gd name="T11" fmla="*/ 15 h 210"/>
                <a:gd name="T12" fmla="*/ 16 w 215"/>
                <a:gd name="T13" fmla="*/ 72 h 210"/>
                <a:gd name="T14" fmla="*/ 143 w 215"/>
                <a:gd name="T15" fmla="*/ 199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5" h="210">
                  <a:moveTo>
                    <a:pt x="143" y="199"/>
                  </a:moveTo>
                  <a:cubicBezTo>
                    <a:pt x="151" y="207"/>
                    <a:pt x="161" y="210"/>
                    <a:pt x="171" y="210"/>
                  </a:cubicBezTo>
                  <a:cubicBezTo>
                    <a:pt x="182" y="210"/>
                    <a:pt x="192" y="207"/>
                    <a:pt x="200" y="199"/>
                  </a:cubicBezTo>
                  <a:cubicBezTo>
                    <a:pt x="215" y="183"/>
                    <a:pt x="215" y="158"/>
                    <a:pt x="200" y="142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57" y="0"/>
                    <a:pt x="32" y="0"/>
                    <a:pt x="16" y="15"/>
                  </a:cubicBezTo>
                  <a:cubicBezTo>
                    <a:pt x="0" y="31"/>
                    <a:pt x="0" y="56"/>
                    <a:pt x="16" y="72"/>
                  </a:cubicBezTo>
                  <a:lnTo>
                    <a:pt x="143" y="19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" name="Freeform 8">
              <a:extLst>
                <a:ext uri="{FF2B5EF4-FFF2-40B4-BE49-F238E27FC236}">
                  <a16:creationId xmlns:a16="http://schemas.microsoft.com/office/drawing/2014/main" id="{67266D2C-3277-254C-80CA-EBECF121FD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4363" y="4284663"/>
              <a:ext cx="347663" cy="107950"/>
            </a:xfrm>
            <a:custGeom>
              <a:avLst/>
              <a:gdLst>
                <a:gd name="T0" fmla="*/ 219 w 259"/>
                <a:gd name="T1" fmla="*/ 0 h 80"/>
                <a:gd name="T2" fmla="*/ 40 w 259"/>
                <a:gd name="T3" fmla="*/ 0 h 80"/>
                <a:gd name="T4" fmla="*/ 0 w 259"/>
                <a:gd name="T5" fmla="*/ 40 h 80"/>
                <a:gd name="T6" fmla="*/ 40 w 259"/>
                <a:gd name="T7" fmla="*/ 80 h 80"/>
                <a:gd name="T8" fmla="*/ 219 w 259"/>
                <a:gd name="T9" fmla="*/ 80 h 80"/>
                <a:gd name="T10" fmla="*/ 259 w 259"/>
                <a:gd name="T11" fmla="*/ 40 h 80"/>
                <a:gd name="T12" fmla="*/ 219 w 259"/>
                <a:gd name="T1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9" h="80">
                  <a:moveTo>
                    <a:pt x="219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219" y="80"/>
                    <a:pt x="219" y="80"/>
                    <a:pt x="219" y="80"/>
                  </a:cubicBezTo>
                  <a:cubicBezTo>
                    <a:pt x="242" y="80"/>
                    <a:pt x="259" y="62"/>
                    <a:pt x="259" y="40"/>
                  </a:cubicBezTo>
                  <a:cubicBezTo>
                    <a:pt x="259" y="18"/>
                    <a:pt x="242" y="0"/>
                    <a:pt x="219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" name="Freeform 9">
              <a:extLst>
                <a:ext uri="{FF2B5EF4-FFF2-40B4-BE49-F238E27FC236}">
                  <a16:creationId xmlns:a16="http://schemas.microsoft.com/office/drawing/2014/main" id="{DDB10F2C-4B64-3D39-8EEE-E8D2867BD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7263" y="4951413"/>
              <a:ext cx="288925" cy="284162"/>
            </a:xfrm>
            <a:custGeom>
              <a:avLst/>
              <a:gdLst>
                <a:gd name="T0" fmla="*/ 143 w 215"/>
                <a:gd name="T1" fmla="*/ 16 h 211"/>
                <a:gd name="T2" fmla="*/ 16 w 215"/>
                <a:gd name="T3" fmla="*/ 143 h 211"/>
                <a:gd name="T4" fmla="*/ 16 w 215"/>
                <a:gd name="T5" fmla="*/ 199 h 211"/>
                <a:gd name="T6" fmla="*/ 44 w 215"/>
                <a:gd name="T7" fmla="*/ 211 h 211"/>
                <a:gd name="T8" fmla="*/ 73 w 215"/>
                <a:gd name="T9" fmla="*/ 199 h 211"/>
                <a:gd name="T10" fmla="*/ 200 w 215"/>
                <a:gd name="T11" fmla="*/ 72 h 211"/>
                <a:gd name="T12" fmla="*/ 200 w 215"/>
                <a:gd name="T13" fmla="*/ 16 h 211"/>
                <a:gd name="T14" fmla="*/ 143 w 215"/>
                <a:gd name="T15" fmla="*/ 16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5" h="211">
                  <a:moveTo>
                    <a:pt x="143" y="16"/>
                  </a:moveTo>
                  <a:cubicBezTo>
                    <a:pt x="16" y="143"/>
                    <a:pt x="16" y="143"/>
                    <a:pt x="16" y="143"/>
                  </a:cubicBezTo>
                  <a:cubicBezTo>
                    <a:pt x="0" y="158"/>
                    <a:pt x="0" y="184"/>
                    <a:pt x="16" y="199"/>
                  </a:cubicBezTo>
                  <a:cubicBezTo>
                    <a:pt x="24" y="207"/>
                    <a:pt x="34" y="211"/>
                    <a:pt x="44" y="211"/>
                  </a:cubicBezTo>
                  <a:cubicBezTo>
                    <a:pt x="55" y="211"/>
                    <a:pt x="65" y="207"/>
                    <a:pt x="73" y="199"/>
                  </a:cubicBezTo>
                  <a:cubicBezTo>
                    <a:pt x="200" y="72"/>
                    <a:pt x="200" y="72"/>
                    <a:pt x="200" y="72"/>
                  </a:cubicBezTo>
                  <a:cubicBezTo>
                    <a:pt x="215" y="57"/>
                    <a:pt x="215" y="31"/>
                    <a:pt x="200" y="16"/>
                  </a:cubicBezTo>
                  <a:cubicBezTo>
                    <a:pt x="184" y="0"/>
                    <a:pt x="159" y="0"/>
                    <a:pt x="143" y="1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" name="Freeform 10">
              <a:extLst>
                <a:ext uri="{FF2B5EF4-FFF2-40B4-BE49-F238E27FC236}">
                  <a16:creationId xmlns:a16="http://schemas.microsoft.com/office/drawing/2014/main" id="{575826BE-B98F-B43F-F662-1DEA1BD1E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3326" y="4951413"/>
              <a:ext cx="288925" cy="284162"/>
            </a:xfrm>
            <a:custGeom>
              <a:avLst/>
              <a:gdLst>
                <a:gd name="T0" fmla="*/ 72 w 215"/>
                <a:gd name="T1" fmla="*/ 16 h 211"/>
                <a:gd name="T2" fmla="*/ 15 w 215"/>
                <a:gd name="T3" fmla="*/ 16 h 211"/>
                <a:gd name="T4" fmla="*/ 15 w 215"/>
                <a:gd name="T5" fmla="*/ 72 h 211"/>
                <a:gd name="T6" fmla="*/ 142 w 215"/>
                <a:gd name="T7" fmla="*/ 199 h 211"/>
                <a:gd name="T8" fmla="*/ 171 w 215"/>
                <a:gd name="T9" fmla="*/ 211 h 211"/>
                <a:gd name="T10" fmla="*/ 199 w 215"/>
                <a:gd name="T11" fmla="*/ 199 h 211"/>
                <a:gd name="T12" fmla="*/ 199 w 215"/>
                <a:gd name="T13" fmla="*/ 143 h 211"/>
                <a:gd name="T14" fmla="*/ 72 w 215"/>
                <a:gd name="T15" fmla="*/ 16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5" h="211">
                  <a:moveTo>
                    <a:pt x="72" y="16"/>
                  </a:moveTo>
                  <a:cubicBezTo>
                    <a:pt x="56" y="0"/>
                    <a:pt x="31" y="0"/>
                    <a:pt x="15" y="16"/>
                  </a:cubicBezTo>
                  <a:cubicBezTo>
                    <a:pt x="0" y="31"/>
                    <a:pt x="0" y="57"/>
                    <a:pt x="15" y="72"/>
                  </a:cubicBezTo>
                  <a:cubicBezTo>
                    <a:pt x="142" y="199"/>
                    <a:pt x="142" y="199"/>
                    <a:pt x="142" y="199"/>
                  </a:cubicBezTo>
                  <a:cubicBezTo>
                    <a:pt x="150" y="207"/>
                    <a:pt x="160" y="211"/>
                    <a:pt x="171" y="211"/>
                  </a:cubicBezTo>
                  <a:cubicBezTo>
                    <a:pt x="181" y="211"/>
                    <a:pt x="191" y="207"/>
                    <a:pt x="199" y="199"/>
                  </a:cubicBezTo>
                  <a:cubicBezTo>
                    <a:pt x="215" y="184"/>
                    <a:pt x="215" y="158"/>
                    <a:pt x="199" y="143"/>
                  </a:cubicBezTo>
                  <a:lnTo>
                    <a:pt x="72" y="16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" name="Freeform 11">
              <a:extLst>
                <a:ext uri="{FF2B5EF4-FFF2-40B4-BE49-F238E27FC236}">
                  <a16:creationId xmlns:a16="http://schemas.microsoft.com/office/drawing/2014/main" id="{68C3DD72-6E80-6B22-65DD-04E293662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3326" y="3438525"/>
              <a:ext cx="288925" cy="280987"/>
            </a:xfrm>
            <a:custGeom>
              <a:avLst/>
              <a:gdLst>
                <a:gd name="T0" fmla="*/ 142 w 215"/>
                <a:gd name="T1" fmla="*/ 15 h 210"/>
                <a:gd name="T2" fmla="*/ 15 w 215"/>
                <a:gd name="T3" fmla="*/ 142 h 210"/>
                <a:gd name="T4" fmla="*/ 15 w 215"/>
                <a:gd name="T5" fmla="*/ 199 h 210"/>
                <a:gd name="T6" fmla="*/ 44 w 215"/>
                <a:gd name="T7" fmla="*/ 210 h 210"/>
                <a:gd name="T8" fmla="*/ 72 w 215"/>
                <a:gd name="T9" fmla="*/ 199 h 210"/>
                <a:gd name="T10" fmla="*/ 199 w 215"/>
                <a:gd name="T11" fmla="*/ 72 h 210"/>
                <a:gd name="T12" fmla="*/ 199 w 215"/>
                <a:gd name="T13" fmla="*/ 15 h 210"/>
                <a:gd name="T14" fmla="*/ 142 w 215"/>
                <a:gd name="T15" fmla="*/ 15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5" h="210">
                  <a:moveTo>
                    <a:pt x="142" y="15"/>
                  </a:moveTo>
                  <a:cubicBezTo>
                    <a:pt x="15" y="142"/>
                    <a:pt x="15" y="142"/>
                    <a:pt x="15" y="142"/>
                  </a:cubicBezTo>
                  <a:cubicBezTo>
                    <a:pt x="0" y="158"/>
                    <a:pt x="0" y="183"/>
                    <a:pt x="15" y="199"/>
                  </a:cubicBezTo>
                  <a:cubicBezTo>
                    <a:pt x="23" y="207"/>
                    <a:pt x="33" y="210"/>
                    <a:pt x="44" y="210"/>
                  </a:cubicBezTo>
                  <a:cubicBezTo>
                    <a:pt x="54" y="210"/>
                    <a:pt x="64" y="207"/>
                    <a:pt x="72" y="199"/>
                  </a:cubicBezTo>
                  <a:cubicBezTo>
                    <a:pt x="199" y="72"/>
                    <a:pt x="199" y="72"/>
                    <a:pt x="199" y="72"/>
                  </a:cubicBezTo>
                  <a:cubicBezTo>
                    <a:pt x="215" y="56"/>
                    <a:pt x="215" y="31"/>
                    <a:pt x="199" y="15"/>
                  </a:cubicBezTo>
                  <a:cubicBezTo>
                    <a:pt x="183" y="0"/>
                    <a:pt x="158" y="0"/>
                    <a:pt x="142" y="1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" name="Freeform 12">
              <a:extLst>
                <a:ext uri="{FF2B5EF4-FFF2-40B4-BE49-F238E27FC236}">
                  <a16:creationId xmlns:a16="http://schemas.microsoft.com/office/drawing/2014/main" id="{2D18A3E1-7EBA-C00C-275E-E760BD5985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55376" y="3570288"/>
              <a:ext cx="1528763" cy="2266950"/>
            </a:xfrm>
            <a:custGeom>
              <a:avLst/>
              <a:gdLst>
                <a:gd name="T0" fmla="*/ 987 w 1140"/>
                <a:gd name="T1" fmla="*/ 962 h 1693"/>
                <a:gd name="T2" fmla="*/ 1140 w 1140"/>
                <a:gd name="T3" fmla="*/ 574 h 1693"/>
                <a:gd name="T4" fmla="*/ 967 w 1140"/>
                <a:gd name="T5" fmla="*/ 166 h 1693"/>
                <a:gd name="T6" fmla="*/ 554 w 1140"/>
                <a:gd name="T7" fmla="*/ 4 h 1693"/>
                <a:gd name="T8" fmla="*/ 0 w 1140"/>
                <a:gd name="T9" fmla="*/ 572 h 1693"/>
                <a:gd name="T10" fmla="*/ 152 w 1140"/>
                <a:gd name="T11" fmla="*/ 961 h 1693"/>
                <a:gd name="T12" fmla="*/ 241 w 1140"/>
                <a:gd name="T13" fmla="*/ 1185 h 1693"/>
                <a:gd name="T14" fmla="*/ 238 w 1140"/>
                <a:gd name="T15" fmla="*/ 1427 h 1693"/>
                <a:gd name="T16" fmla="*/ 268 w 1140"/>
                <a:gd name="T17" fmla="*/ 1500 h 1693"/>
                <a:gd name="T18" fmla="*/ 342 w 1140"/>
                <a:gd name="T19" fmla="*/ 1531 h 1693"/>
                <a:gd name="T20" fmla="*/ 372 w 1140"/>
                <a:gd name="T21" fmla="*/ 1531 h 1693"/>
                <a:gd name="T22" fmla="*/ 570 w 1140"/>
                <a:gd name="T23" fmla="*/ 1693 h 1693"/>
                <a:gd name="T24" fmla="*/ 768 w 1140"/>
                <a:gd name="T25" fmla="*/ 1531 h 1693"/>
                <a:gd name="T26" fmla="*/ 798 w 1140"/>
                <a:gd name="T27" fmla="*/ 1531 h 1693"/>
                <a:gd name="T28" fmla="*/ 872 w 1140"/>
                <a:gd name="T29" fmla="*/ 1500 h 1693"/>
                <a:gd name="T30" fmla="*/ 902 w 1140"/>
                <a:gd name="T31" fmla="*/ 1427 h 1693"/>
                <a:gd name="T32" fmla="*/ 899 w 1140"/>
                <a:gd name="T33" fmla="*/ 1191 h 1693"/>
                <a:gd name="T34" fmla="*/ 987 w 1140"/>
                <a:gd name="T35" fmla="*/ 962 h 1693"/>
                <a:gd name="T36" fmla="*/ 80 w 1140"/>
                <a:gd name="T37" fmla="*/ 572 h 1693"/>
                <a:gd name="T38" fmla="*/ 556 w 1140"/>
                <a:gd name="T39" fmla="*/ 84 h 1693"/>
                <a:gd name="T40" fmla="*/ 570 w 1140"/>
                <a:gd name="T41" fmla="*/ 84 h 1693"/>
                <a:gd name="T42" fmla="*/ 912 w 1140"/>
                <a:gd name="T43" fmla="*/ 223 h 1693"/>
                <a:gd name="T44" fmla="*/ 1060 w 1140"/>
                <a:gd name="T45" fmla="*/ 574 h 1693"/>
                <a:gd name="T46" fmla="*/ 929 w 1140"/>
                <a:gd name="T47" fmla="*/ 908 h 1693"/>
                <a:gd name="T48" fmla="*/ 826 w 1140"/>
                <a:gd name="T49" fmla="*/ 1114 h 1693"/>
                <a:gd name="T50" fmla="*/ 730 w 1140"/>
                <a:gd name="T51" fmla="*/ 1114 h 1693"/>
                <a:gd name="T52" fmla="*/ 690 w 1140"/>
                <a:gd name="T53" fmla="*/ 1154 h 1693"/>
                <a:gd name="T54" fmla="*/ 730 w 1140"/>
                <a:gd name="T55" fmla="*/ 1194 h 1693"/>
                <a:gd name="T56" fmla="*/ 819 w 1140"/>
                <a:gd name="T57" fmla="*/ 1194 h 1693"/>
                <a:gd name="T58" fmla="*/ 820 w 1140"/>
                <a:gd name="T59" fmla="*/ 1283 h 1693"/>
                <a:gd name="T60" fmla="*/ 320 w 1140"/>
                <a:gd name="T61" fmla="*/ 1283 h 1693"/>
                <a:gd name="T62" fmla="*/ 321 w 1140"/>
                <a:gd name="T63" fmla="*/ 1194 h 1693"/>
                <a:gd name="T64" fmla="*/ 410 w 1140"/>
                <a:gd name="T65" fmla="*/ 1194 h 1693"/>
                <a:gd name="T66" fmla="*/ 450 w 1140"/>
                <a:gd name="T67" fmla="*/ 1154 h 1693"/>
                <a:gd name="T68" fmla="*/ 410 w 1140"/>
                <a:gd name="T69" fmla="*/ 1114 h 1693"/>
                <a:gd name="T70" fmla="*/ 314 w 1140"/>
                <a:gd name="T71" fmla="*/ 1114 h 1693"/>
                <a:gd name="T72" fmla="*/ 210 w 1140"/>
                <a:gd name="T73" fmla="*/ 907 h 1693"/>
                <a:gd name="T74" fmla="*/ 80 w 1140"/>
                <a:gd name="T75" fmla="*/ 572 h 1693"/>
                <a:gd name="T76" fmla="*/ 570 w 1140"/>
                <a:gd name="T77" fmla="*/ 1613 h 1693"/>
                <a:gd name="T78" fmla="*/ 455 w 1140"/>
                <a:gd name="T79" fmla="*/ 1531 h 1693"/>
                <a:gd name="T80" fmla="*/ 685 w 1140"/>
                <a:gd name="T81" fmla="*/ 1531 h 1693"/>
                <a:gd name="T82" fmla="*/ 570 w 1140"/>
                <a:gd name="T83" fmla="*/ 1613 h 1693"/>
                <a:gd name="T84" fmla="*/ 815 w 1140"/>
                <a:gd name="T85" fmla="*/ 1444 h 1693"/>
                <a:gd name="T86" fmla="*/ 798 w 1140"/>
                <a:gd name="T87" fmla="*/ 1451 h 1693"/>
                <a:gd name="T88" fmla="*/ 342 w 1140"/>
                <a:gd name="T89" fmla="*/ 1451 h 1693"/>
                <a:gd name="T90" fmla="*/ 325 w 1140"/>
                <a:gd name="T91" fmla="*/ 1444 h 1693"/>
                <a:gd name="T92" fmla="*/ 318 w 1140"/>
                <a:gd name="T93" fmla="*/ 1428 h 1693"/>
                <a:gd name="T94" fmla="*/ 319 w 1140"/>
                <a:gd name="T95" fmla="*/ 1363 h 1693"/>
                <a:gd name="T96" fmla="*/ 821 w 1140"/>
                <a:gd name="T97" fmla="*/ 1363 h 1693"/>
                <a:gd name="T98" fmla="*/ 822 w 1140"/>
                <a:gd name="T99" fmla="*/ 1428 h 1693"/>
                <a:gd name="T100" fmla="*/ 815 w 1140"/>
                <a:gd name="T101" fmla="*/ 1444 h 1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140" h="1693">
                  <a:moveTo>
                    <a:pt x="987" y="962"/>
                  </a:moveTo>
                  <a:cubicBezTo>
                    <a:pt x="1086" y="857"/>
                    <a:pt x="1140" y="719"/>
                    <a:pt x="1140" y="574"/>
                  </a:cubicBezTo>
                  <a:cubicBezTo>
                    <a:pt x="1140" y="419"/>
                    <a:pt x="1079" y="274"/>
                    <a:pt x="967" y="166"/>
                  </a:cubicBezTo>
                  <a:cubicBezTo>
                    <a:pt x="856" y="57"/>
                    <a:pt x="709" y="0"/>
                    <a:pt x="554" y="4"/>
                  </a:cubicBezTo>
                  <a:cubicBezTo>
                    <a:pt x="245" y="13"/>
                    <a:pt x="1" y="262"/>
                    <a:pt x="0" y="572"/>
                  </a:cubicBezTo>
                  <a:cubicBezTo>
                    <a:pt x="0" y="717"/>
                    <a:pt x="53" y="855"/>
                    <a:pt x="152" y="961"/>
                  </a:cubicBezTo>
                  <a:cubicBezTo>
                    <a:pt x="209" y="1023"/>
                    <a:pt x="241" y="1103"/>
                    <a:pt x="241" y="1185"/>
                  </a:cubicBezTo>
                  <a:cubicBezTo>
                    <a:pt x="238" y="1427"/>
                    <a:pt x="238" y="1427"/>
                    <a:pt x="238" y="1427"/>
                  </a:cubicBezTo>
                  <a:cubicBezTo>
                    <a:pt x="238" y="1455"/>
                    <a:pt x="249" y="1481"/>
                    <a:pt x="268" y="1500"/>
                  </a:cubicBezTo>
                  <a:cubicBezTo>
                    <a:pt x="288" y="1520"/>
                    <a:pt x="314" y="1531"/>
                    <a:pt x="342" y="1531"/>
                  </a:cubicBezTo>
                  <a:cubicBezTo>
                    <a:pt x="372" y="1531"/>
                    <a:pt x="372" y="1531"/>
                    <a:pt x="372" y="1531"/>
                  </a:cubicBezTo>
                  <a:cubicBezTo>
                    <a:pt x="391" y="1623"/>
                    <a:pt x="472" y="1693"/>
                    <a:pt x="570" y="1693"/>
                  </a:cubicBezTo>
                  <a:cubicBezTo>
                    <a:pt x="668" y="1693"/>
                    <a:pt x="749" y="1623"/>
                    <a:pt x="768" y="1531"/>
                  </a:cubicBezTo>
                  <a:cubicBezTo>
                    <a:pt x="798" y="1531"/>
                    <a:pt x="798" y="1531"/>
                    <a:pt x="798" y="1531"/>
                  </a:cubicBezTo>
                  <a:cubicBezTo>
                    <a:pt x="826" y="1531"/>
                    <a:pt x="852" y="1520"/>
                    <a:pt x="872" y="1500"/>
                  </a:cubicBezTo>
                  <a:cubicBezTo>
                    <a:pt x="891" y="1481"/>
                    <a:pt x="902" y="1455"/>
                    <a:pt x="902" y="1427"/>
                  </a:cubicBezTo>
                  <a:cubicBezTo>
                    <a:pt x="899" y="1191"/>
                    <a:pt x="899" y="1191"/>
                    <a:pt x="899" y="1191"/>
                  </a:cubicBezTo>
                  <a:cubicBezTo>
                    <a:pt x="899" y="1104"/>
                    <a:pt x="930" y="1023"/>
                    <a:pt x="987" y="962"/>
                  </a:cubicBezTo>
                  <a:close/>
                  <a:moveTo>
                    <a:pt x="80" y="572"/>
                  </a:moveTo>
                  <a:cubicBezTo>
                    <a:pt x="81" y="306"/>
                    <a:pt x="290" y="92"/>
                    <a:pt x="556" y="84"/>
                  </a:cubicBezTo>
                  <a:cubicBezTo>
                    <a:pt x="561" y="84"/>
                    <a:pt x="565" y="84"/>
                    <a:pt x="570" y="84"/>
                  </a:cubicBezTo>
                  <a:cubicBezTo>
                    <a:pt x="698" y="84"/>
                    <a:pt x="819" y="133"/>
                    <a:pt x="912" y="223"/>
                  </a:cubicBezTo>
                  <a:cubicBezTo>
                    <a:pt x="1007" y="316"/>
                    <a:pt x="1060" y="441"/>
                    <a:pt x="1060" y="574"/>
                  </a:cubicBezTo>
                  <a:cubicBezTo>
                    <a:pt x="1060" y="698"/>
                    <a:pt x="1013" y="817"/>
                    <a:pt x="929" y="908"/>
                  </a:cubicBezTo>
                  <a:cubicBezTo>
                    <a:pt x="875" y="965"/>
                    <a:pt x="840" y="1037"/>
                    <a:pt x="826" y="1114"/>
                  </a:cubicBezTo>
                  <a:cubicBezTo>
                    <a:pt x="730" y="1114"/>
                    <a:pt x="730" y="1114"/>
                    <a:pt x="730" y="1114"/>
                  </a:cubicBezTo>
                  <a:cubicBezTo>
                    <a:pt x="708" y="1114"/>
                    <a:pt x="690" y="1132"/>
                    <a:pt x="690" y="1154"/>
                  </a:cubicBezTo>
                  <a:cubicBezTo>
                    <a:pt x="690" y="1176"/>
                    <a:pt x="708" y="1194"/>
                    <a:pt x="730" y="1194"/>
                  </a:cubicBezTo>
                  <a:cubicBezTo>
                    <a:pt x="819" y="1194"/>
                    <a:pt x="819" y="1194"/>
                    <a:pt x="819" y="1194"/>
                  </a:cubicBezTo>
                  <a:cubicBezTo>
                    <a:pt x="820" y="1283"/>
                    <a:pt x="820" y="1283"/>
                    <a:pt x="820" y="1283"/>
                  </a:cubicBezTo>
                  <a:cubicBezTo>
                    <a:pt x="320" y="1283"/>
                    <a:pt x="320" y="1283"/>
                    <a:pt x="320" y="1283"/>
                  </a:cubicBezTo>
                  <a:cubicBezTo>
                    <a:pt x="321" y="1194"/>
                    <a:pt x="321" y="1194"/>
                    <a:pt x="321" y="1194"/>
                  </a:cubicBezTo>
                  <a:cubicBezTo>
                    <a:pt x="410" y="1194"/>
                    <a:pt x="410" y="1194"/>
                    <a:pt x="410" y="1194"/>
                  </a:cubicBezTo>
                  <a:cubicBezTo>
                    <a:pt x="432" y="1194"/>
                    <a:pt x="450" y="1176"/>
                    <a:pt x="450" y="1154"/>
                  </a:cubicBezTo>
                  <a:cubicBezTo>
                    <a:pt x="450" y="1132"/>
                    <a:pt x="432" y="1114"/>
                    <a:pt x="410" y="1114"/>
                  </a:cubicBezTo>
                  <a:cubicBezTo>
                    <a:pt x="314" y="1114"/>
                    <a:pt x="314" y="1114"/>
                    <a:pt x="314" y="1114"/>
                  </a:cubicBezTo>
                  <a:cubicBezTo>
                    <a:pt x="301" y="1038"/>
                    <a:pt x="265" y="966"/>
                    <a:pt x="210" y="907"/>
                  </a:cubicBezTo>
                  <a:cubicBezTo>
                    <a:pt x="126" y="816"/>
                    <a:pt x="80" y="697"/>
                    <a:pt x="80" y="572"/>
                  </a:cubicBezTo>
                  <a:close/>
                  <a:moveTo>
                    <a:pt x="570" y="1613"/>
                  </a:moveTo>
                  <a:cubicBezTo>
                    <a:pt x="517" y="1613"/>
                    <a:pt x="471" y="1579"/>
                    <a:pt x="455" y="1531"/>
                  </a:cubicBezTo>
                  <a:cubicBezTo>
                    <a:pt x="685" y="1531"/>
                    <a:pt x="685" y="1531"/>
                    <a:pt x="685" y="1531"/>
                  </a:cubicBezTo>
                  <a:cubicBezTo>
                    <a:pt x="669" y="1579"/>
                    <a:pt x="623" y="1613"/>
                    <a:pt x="570" y="1613"/>
                  </a:cubicBezTo>
                  <a:close/>
                  <a:moveTo>
                    <a:pt x="815" y="1444"/>
                  </a:moveTo>
                  <a:cubicBezTo>
                    <a:pt x="811" y="1448"/>
                    <a:pt x="805" y="1451"/>
                    <a:pt x="798" y="1451"/>
                  </a:cubicBezTo>
                  <a:cubicBezTo>
                    <a:pt x="342" y="1451"/>
                    <a:pt x="342" y="1451"/>
                    <a:pt x="342" y="1451"/>
                  </a:cubicBezTo>
                  <a:cubicBezTo>
                    <a:pt x="335" y="1451"/>
                    <a:pt x="329" y="1448"/>
                    <a:pt x="325" y="1444"/>
                  </a:cubicBezTo>
                  <a:cubicBezTo>
                    <a:pt x="321" y="1440"/>
                    <a:pt x="318" y="1434"/>
                    <a:pt x="318" y="1428"/>
                  </a:cubicBezTo>
                  <a:cubicBezTo>
                    <a:pt x="319" y="1363"/>
                    <a:pt x="319" y="1363"/>
                    <a:pt x="319" y="1363"/>
                  </a:cubicBezTo>
                  <a:cubicBezTo>
                    <a:pt x="821" y="1363"/>
                    <a:pt x="821" y="1363"/>
                    <a:pt x="821" y="1363"/>
                  </a:cubicBezTo>
                  <a:cubicBezTo>
                    <a:pt x="822" y="1428"/>
                    <a:pt x="822" y="1428"/>
                    <a:pt x="822" y="1428"/>
                  </a:cubicBezTo>
                  <a:cubicBezTo>
                    <a:pt x="822" y="1434"/>
                    <a:pt x="819" y="1440"/>
                    <a:pt x="815" y="144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" name="Oval 13">
              <a:extLst>
                <a:ext uri="{FF2B5EF4-FFF2-40B4-BE49-F238E27FC236}">
                  <a16:creationId xmlns:a16="http://schemas.microsoft.com/office/drawing/2014/main" id="{C8E11B6A-5A5F-1DAF-3AB2-18FA537619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6576" y="5062538"/>
              <a:ext cx="106363" cy="106362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81B59F3-0750-2B43-8A7F-05AE0E71C9A1}"/>
              </a:ext>
            </a:extLst>
          </p:cNvPr>
          <p:cNvGrpSpPr/>
          <p:nvPr/>
        </p:nvGrpSpPr>
        <p:grpSpPr>
          <a:xfrm>
            <a:off x="4750596" y="3732276"/>
            <a:ext cx="339838" cy="337798"/>
            <a:chOff x="9986963" y="3171826"/>
            <a:chExt cx="2644775" cy="2628899"/>
          </a:xfrm>
          <a:solidFill>
            <a:schemeClr val="bg1"/>
          </a:solidFill>
        </p:grpSpPr>
        <p:sp>
          <p:nvSpPr>
            <p:cNvPr id="64" name="Freeform 17">
              <a:extLst>
                <a:ext uri="{FF2B5EF4-FFF2-40B4-BE49-F238E27FC236}">
                  <a16:creationId xmlns:a16="http://schemas.microsoft.com/office/drawing/2014/main" id="{D36DF787-89AA-729B-98CC-504EC3DF9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63213" y="4606925"/>
              <a:ext cx="117475" cy="112712"/>
            </a:xfrm>
            <a:custGeom>
              <a:avLst/>
              <a:gdLst>
                <a:gd name="T0" fmla="*/ 72 w 91"/>
                <a:gd name="T1" fmla="*/ 16 h 87"/>
                <a:gd name="T2" fmla="*/ 16 w 91"/>
                <a:gd name="T3" fmla="*/ 16 h 87"/>
                <a:gd name="T4" fmla="*/ 16 w 91"/>
                <a:gd name="T5" fmla="*/ 72 h 87"/>
                <a:gd name="T6" fmla="*/ 19 w 91"/>
                <a:gd name="T7" fmla="*/ 75 h 87"/>
                <a:gd name="T8" fmla="*/ 47 w 91"/>
                <a:gd name="T9" fmla="*/ 87 h 87"/>
                <a:gd name="T10" fmla="*/ 75 w 91"/>
                <a:gd name="T11" fmla="*/ 75 h 87"/>
                <a:gd name="T12" fmla="*/ 75 w 91"/>
                <a:gd name="T13" fmla="*/ 19 h 87"/>
                <a:gd name="T14" fmla="*/ 72 w 91"/>
                <a:gd name="T15" fmla="*/ 16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1" h="87">
                  <a:moveTo>
                    <a:pt x="72" y="16"/>
                  </a:moveTo>
                  <a:cubicBezTo>
                    <a:pt x="57" y="1"/>
                    <a:pt x="32" y="0"/>
                    <a:pt x="16" y="16"/>
                  </a:cubicBezTo>
                  <a:cubicBezTo>
                    <a:pt x="0" y="31"/>
                    <a:pt x="0" y="57"/>
                    <a:pt x="16" y="72"/>
                  </a:cubicBezTo>
                  <a:cubicBezTo>
                    <a:pt x="19" y="75"/>
                    <a:pt x="19" y="75"/>
                    <a:pt x="19" y="75"/>
                  </a:cubicBezTo>
                  <a:cubicBezTo>
                    <a:pt x="26" y="83"/>
                    <a:pt x="37" y="87"/>
                    <a:pt x="47" y="87"/>
                  </a:cubicBezTo>
                  <a:cubicBezTo>
                    <a:pt x="57" y="87"/>
                    <a:pt x="67" y="83"/>
                    <a:pt x="75" y="75"/>
                  </a:cubicBezTo>
                  <a:cubicBezTo>
                    <a:pt x="91" y="60"/>
                    <a:pt x="91" y="34"/>
                    <a:pt x="75" y="19"/>
                  </a:cubicBezTo>
                  <a:lnTo>
                    <a:pt x="72" y="16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" name="Freeform 18">
              <a:extLst>
                <a:ext uri="{FF2B5EF4-FFF2-40B4-BE49-F238E27FC236}">
                  <a16:creationId xmlns:a16="http://schemas.microsoft.com/office/drawing/2014/main" id="{BF9429AC-A0CB-FE47-B34F-8E26B8AD1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9213" y="3389313"/>
              <a:ext cx="1593850" cy="1528762"/>
            </a:xfrm>
            <a:custGeom>
              <a:avLst/>
              <a:gdLst>
                <a:gd name="T0" fmla="*/ 1018 w 1239"/>
                <a:gd name="T1" fmla="*/ 221 h 1188"/>
                <a:gd name="T2" fmla="*/ 217 w 1239"/>
                <a:gd name="T3" fmla="*/ 221 h 1188"/>
                <a:gd name="T4" fmla="*/ 112 w 1239"/>
                <a:gd name="T5" fmla="*/ 879 h 1188"/>
                <a:gd name="T6" fmla="*/ 166 w 1239"/>
                <a:gd name="T7" fmla="*/ 896 h 1188"/>
                <a:gd name="T8" fmla="*/ 183 w 1239"/>
                <a:gd name="T9" fmla="*/ 842 h 1188"/>
                <a:gd name="T10" fmla="*/ 273 w 1239"/>
                <a:gd name="T11" fmla="*/ 277 h 1188"/>
                <a:gd name="T12" fmla="*/ 962 w 1239"/>
                <a:gd name="T13" fmla="*/ 277 h 1188"/>
                <a:gd name="T14" fmla="*/ 962 w 1239"/>
                <a:gd name="T15" fmla="*/ 966 h 1188"/>
                <a:gd name="T16" fmla="*/ 412 w 1239"/>
                <a:gd name="T17" fmla="*/ 1063 h 1188"/>
                <a:gd name="T18" fmla="*/ 359 w 1239"/>
                <a:gd name="T19" fmla="*/ 1083 h 1188"/>
                <a:gd name="T20" fmla="*/ 379 w 1239"/>
                <a:gd name="T21" fmla="*/ 1136 h 1188"/>
                <a:gd name="T22" fmla="*/ 616 w 1239"/>
                <a:gd name="T23" fmla="*/ 1188 h 1188"/>
                <a:gd name="T24" fmla="*/ 1018 w 1239"/>
                <a:gd name="T25" fmla="*/ 1022 h 1188"/>
                <a:gd name="T26" fmla="*/ 1018 w 1239"/>
                <a:gd name="T27" fmla="*/ 221 h 1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39" h="1188">
                  <a:moveTo>
                    <a:pt x="1018" y="221"/>
                  </a:moveTo>
                  <a:cubicBezTo>
                    <a:pt x="797" y="0"/>
                    <a:pt x="438" y="0"/>
                    <a:pt x="217" y="221"/>
                  </a:cubicBezTo>
                  <a:cubicBezTo>
                    <a:pt x="42" y="395"/>
                    <a:pt x="0" y="659"/>
                    <a:pt x="112" y="879"/>
                  </a:cubicBezTo>
                  <a:cubicBezTo>
                    <a:pt x="122" y="898"/>
                    <a:pt x="146" y="906"/>
                    <a:pt x="166" y="896"/>
                  </a:cubicBezTo>
                  <a:cubicBezTo>
                    <a:pt x="185" y="886"/>
                    <a:pt x="193" y="862"/>
                    <a:pt x="183" y="842"/>
                  </a:cubicBezTo>
                  <a:cubicBezTo>
                    <a:pt x="87" y="654"/>
                    <a:pt x="123" y="427"/>
                    <a:pt x="273" y="277"/>
                  </a:cubicBezTo>
                  <a:cubicBezTo>
                    <a:pt x="463" y="87"/>
                    <a:pt x="772" y="87"/>
                    <a:pt x="962" y="277"/>
                  </a:cubicBezTo>
                  <a:cubicBezTo>
                    <a:pt x="1152" y="467"/>
                    <a:pt x="1152" y="776"/>
                    <a:pt x="962" y="966"/>
                  </a:cubicBezTo>
                  <a:cubicBezTo>
                    <a:pt x="818" y="1110"/>
                    <a:pt x="597" y="1149"/>
                    <a:pt x="412" y="1063"/>
                  </a:cubicBezTo>
                  <a:cubicBezTo>
                    <a:pt x="392" y="1054"/>
                    <a:pt x="368" y="1063"/>
                    <a:pt x="359" y="1083"/>
                  </a:cubicBezTo>
                  <a:cubicBezTo>
                    <a:pt x="350" y="1103"/>
                    <a:pt x="359" y="1126"/>
                    <a:pt x="379" y="1136"/>
                  </a:cubicBezTo>
                  <a:cubicBezTo>
                    <a:pt x="455" y="1171"/>
                    <a:pt x="536" y="1188"/>
                    <a:pt x="616" y="1188"/>
                  </a:cubicBezTo>
                  <a:cubicBezTo>
                    <a:pt x="764" y="1188"/>
                    <a:pt x="910" y="1131"/>
                    <a:pt x="1018" y="1022"/>
                  </a:cubicBezTo>
                  <a:cubicBezTo>
                    <a:pt x="1239" y="801"/>
                    <a:pt x="1239" y="442"/>
                    <a:pt x="1018" y="22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" name="Freeform 19">
              <a:extLst>
                <a:ext uri="{FF2B5EF4-FFF2-40B4-BE49-F238E27FC236}">
                  <a16:creationId xmlns:a16="http://schemas.microsoft.com/office/drawing/2014/main" id="{1CB8D33A-5F46-4404-D298-8527E37731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986963" y="3171826"/>
              <a:ext cx="2644775" cy="2628899"/>
            </a:xfrm>
            <a:custGeom>
              <a:avLst/>
              <a:gdLst>
                <a:gd name="T0" fmla="*/ 2009 w 2056"/>
                <a:gd name="T1" fmla="*/ 1753 h 2044"/>
                <a:gd name="T2" fmla="*/ 1462 w 2056"/>
                <a:gd name="T3" fmla="*/ 1207 h 2044"/>
                <a:gd name="T4" fmla="*/ 1581 w 2056"/>
                <a:gd name="T5" fmla="*/ 790 h 2044"/>
                <a:gd name="T6" fmla="*/ 790 w 2056"/>
                <a:gd name="T7" fmla="*/ 0 h 2044"/>
                <a:gd name="T8" fmla="*/ 0 w 2056"/>
                <a:gd name="T9" fmla="*/ 790 h 2044"/>
                <a:gd name="T10" fmla="*/ 790 w 2056"/>
                <a:gd name="T11" fmla="*/ 1581 h 2044"/>
                <a:gd name="T12" fmla="*/ 1206 w 2056"/>
                <a:gd name="T13" fmla="*/ 1462 h 2044"/>
                <a:gd name="T14" fmla="*/ 1753 w 2056"/>
                <a:gd name="T15" fmla="*/ 2009 h 2044"/>
                <a:gd name="T16" fmla="*/ 1838 w 2056"/>
                <a:gd name="T17" fmla="*/ 2044 h 2044"/>
                <a:gd name="T18" fmla="*/ 1922 w 2056"/>
                <a:gd name="T19" fmla="*/ 2009 h 2044"/>
                <a:gd name="T20" fmla="*/ 2009 w 2056"/>
                <a:gd name="T21" fmla="*/ 1923 h 2044"/>
                <a:gd name="T22" fmla="*/ 2009 w 2056"/>
                <a:gd name="T23" fmla="*/ 1753 h 2044"/>
                <a:gd name="T24" fmla="*/ 80 w 2056"/>
                <a:gd name="T25" fmla="*/ 790 h 2044"/>
                <a:gd name="T26" fmla="*/ 790 w 2056"/>
                <a:gd name="T27" fmla="*/ 80 h 2044"/>
                <a:gd name="T28" fmla="*/ 1501 w 2056"/>
                <a:gd name="T29" fmla="*/ 790 h 2044"/>
                <a:gd name="T30" fmla="*/ 790 w 2056"/>
                <a:gd name="T31" fmla="*/ 1501 h 2044"/>
                <a:gd name="T32" fmla="*/ 80 w 2056"/>
                <a:gd name="T33" fmla="*/ 790 h 2044"/>
                <a:gd name="T34" fmla="*/ 1416 w 2056"/>
                <a:gd name="T35" fmla="*/ 1273 h 2044"/>
                <a:gd name="T36" fmla="*/ 1504 w 2056"/>
                <a:gd name="T37" fmla="*/ 1362 h 2044"/>
                <a:gd name="T38" fmla="*/ 1361 w 2056"/>
                <a:gd name="T39" fmla="*/ 1504 h 2044"/>
                <a:gd name="T40" fmla="*/ 1273 w 2056"/>
                <a:gd name="T41" fmla="*/ 1416 h 2044"/>
                <a:gd name="T42" fmla="*/ 1416 w 2056"/>
                <a:gd name="T43" fmla="*/ 1273 h 2044"/>
                <a:gd name="T44" fmla="*/ 1952 w 2056"/>
                <a:gd name="T45" fmla="*/ 1866 h 2044"/>
                <a:gd name="T46" fmla="*/ 1866 w 2056"/>
                <a:gd name="T47" fmla="*/ 1953 h 2044"/>
                <a:gd name="T48" fmla="*/ 1810 w 2056"/>
                <a:gd name="T49" fmla="*/ 1953 h 2044"/>
                <a:gd name="T50" fmla="*/ 1418 w 2056"/>
                <a:gd name="T51" fmla="*/ 1561 h 2044"/>
                <a:gd name="T52" fmla="*/ 1561 w 2056"/>
                <a:gd name="T53" fmla="*/ 1418 h 2044"/>
                <a:gd name="T54" fmla="*/ 1952 w 2056"/>
                <a:gd name="T55" fmla="*/ 1810 h 2044"/>
                <a:gd name="T56" fmla="*/ 1952 w 2056"/>
                <a:gd name="T57" fmla="*/ 1866 h 20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056" h="2044">
                  <a:moveTo>
                    <a:pt x="2009" y="1753"/>
                  </a:moveTo>
                  <a:cubicBezTo>
                    <a:pt x="1462" y="1207"/>
                    <a:pt x="1462" y="1207"/>
                    <a:pt x="1462" y="1207"/>
                  </a:cubicBezTo>
                  <a:cubicBezTo>
                    <a:pt x="1537" y="1086"/>
                    <a:pt x="1581" y="943"/>
                    <a:pt x="1581" y="790"/>
                  </a:cubicBezTo>
                  <a:cubicBezTo>
                    <a:pt x="1581" y="355"/>
                    <a:pt x="1226" y="0"/>
                    <a:pt x="790" y="0"/>
                  </a:cubicBezTo>
                  <a:cubicBezTo>
                    <a:pt x="355" y="0"/>
                    <a:pt x="0" y="355"/>
                    <a:pt x="0" y="790"/>
                  </a:cubicBezTo>
                  <a:cubicBezTo>
                    <a:pt x="0" y="1226"/>
                    <a:pt x="355" y="1581"/>
                    <a:pt x="790" y="1581"/>
                  </a:cubicBezTo>
                  <a:cubicBezTo>
                    <a:pt x="943" y="1581"/>
                    <a:pt x="1086" y="1537"/>
                    <a:pt x="1206" y="1462"/>
                  </a:cubicBezTo>
                  <a:cubicBezTo>
                    <a:pt x="1753" y="2009"/>
                    <a:pt x="1753" y="2009"/>
                    <a:pt x="1753" y="2009"/>
                  </a:cubicBezTo>
                  <a:cubicBezTo>
                    <a:pt x="1776" y="2032"/>
                    <a:pt x="1807" y="2044"/>
                    <a:pt x="1838" y="2044"/>
                  </a:cubicBezTo>
                  <a:cubicBezTo>
                    <a:pt x="1868" y="2044"/>
                    <a:pt x="1899" y="2032"/>
                    <a:pt x="1922" y="2009"/>
                  </a:cubicBezTo>
                  <a:cubicBezTo>
                    <a:pt x="2009" y="1923"/>
                    <a:pt x="2009" y="1923"/>
                    <a:pt x="2009" y="1923"/>
                  </a:cubicBezTo>
                  <a:cubicBezTo>
                    <a:pt x="2056" y="1876"/>
                    <a:pt x="2056" y="1800"/>
                    <a:pt x="2009" y="1753"/>
                  </a:cubicBezTo>
                  <a:close/>
                  <a:moveTo>
                    <a:pt x="80" y="790"/>
                  </a:moveTo>
                  <a:cubicBezTo>
                    <a:pt x="80" y="399"/>
                    <a:pt x="399" y="80"/>
                    <a:pt x="790" y="80"/>
                  </a:cubicBezTo>
                  <a:cubicBezTo>
                    <a:pt x="1182" y="80"/>
                    <a:pt x="1501" y="399"/>
                    <a:pt x="1501" y="790"/>
                  </a:cubicBezTo>
                  <a:cubicBezTo>
                    <a:pt x="1501" y="1182"/>
                    <a:pt x="1182" y="1501"/>
                    <a:pt x="790" y="1501"/>
                  </a:cubicBezTo>
                  <a:cubicBezTo>
                    <a:pt x="399" y="1501"/>
                    <a:pt x="80" y="1182"/>
                    <a:pt x="80" y="790"/>
                  </a:cubicBezTo>
                  <a:close/>
                  <a:moveTo>
                    <a:pt x="1416" y="1273"/>
                  </a:moveTo>
                  <a:cubicBezTo>
                    <a:pt x="1504" y="1362"/>
                    <a:pt x="1504" y="1362"/>
                    <a:pt x="1504" y="1362"/>
                  </a:cubicBezTo>
                  <a:cubicBezTo>
                    <a:pt x="1361" y="1504"/>
                    <a:pt x="1361" y="1504"/>
                    <a:pt x="1361" y="1504"/>
                  </a:cubicBezTo>
                  <a:cubicBezTo>
                    <a:pt x="1273" y="1416"/>
                    <a:pt x="1273" y="1416"/>
                    <a:pt x="1273" y="1416"/>
                  </a:cubicBezTo>
                  <a:cubicBezTo>
                    <a:pt x="1327" y="1375"/>
                    <a:pt x="1375" y="1327"/>
                    <a:pt x="1416" y="1273"/>
                  </a:cubicBezTo>
                  <a:close/>
                  <a:moveTo>
                    <a:pt x="1952" y="1866"/>
                  </a:moveTo>
                  <a:cubicBezTo>
                    <a:pt x="1866" y="1953"/>
                    <a:pt x="1866" y="1953"/>
                    <a:pt x="1866" y="1953"/>
                  </a:cubicBezTo>
                  <a:cubicBezTo>
                    <a:pt x="1850" y="1968"/>
                    <a:pt x="1825" y="1968"/>
                    <a:pt x="1810" y="1953"/>
                  </a:cubicBezTo>
                  <a:cubicBezTo>
                    <a:pt x="1418" y="1561"/>
                    <a:pt x="1418" y="1561"/>
                    <a:pt x="1418" y="1561"/>
                  </a:cubicBezTo>
                  <a:cubicBezTo>
                    <a:pt x="1561" y="1418"/>
                    <a:pt x="1561" y="1418"/>
                    <a:pt x="1561" y="1418"/>
                  </a:cubicBezTo>
                  <a:cubicBezTo>
                    <a:pt x="1952" y="1810"/>
                    <a:pt x="1952" y="1810"/>
                    <a:pt x="1952" y="1810"/>
                  </a:cubicBezTo>
                  <a:cubicBezTo>
                    <a:pt x="1968" y="1825"/>
                    <a:pt x="1968" y="1851"/>
                    <a:pt x="1952" y="186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" name="Freeform 20">
              <a:extLst>
                <a:ext uri="{FF2B5EF4-FFF2-40B4-BE49-F238E27FC236}">
                  <a16:creationId xmlns:a16="http://schemas.microsoft.com/office/drawing/2014/main" id="{1D90DAF6-9791-7EC9-DDC3-027B29828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2025" y="3759200"/>
              <a:ext cx="344488" cy="481012"/>
            </a:xfrm>
            <a:custGeom>
              <a:avLst/>
              <a:gdLst>
                <a:gd name="T0" fmla="*/ 187 w 267"/>
                <a:gd name="T1" fmla="*/ 333 h 373"/>
                <a:gd name="T2" fmla="*/ 227 w 267"/>
                <a:gd name="T3" fmla="*/ 373 h 373"/>
                <a:gd name="T4" fmla="*/ 267 w 267"/>
                <a:gd name="T5" fmla="*/ 333 h 373"/>
                <a:gd name="T6" fmla="*/ 63 w 267"/>
                <a:gd name="T7" fmla="*/ 10 h 373"/>
                <a:gd name="T8" fmla="*/ 10 w 267"/>
                <a:gd name="T9" fmla="*/ 28 h 373"/>
                <a:gd name="T10" fmla="*/ 29 w 267"/>
                <a:gd name="T11" fmla="*/ 82 h 373"/>
                <a:gd name="T12" fmla="*/ 187 w 267"/>
                <a:gd name="T13" fmla="*/ 333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7" h="373">
                  <a:moveTo>
                    <a:pt x="187" y="333"/>
                  </a:moveTo>
                  <a:cubicBezTo>
                    <a:pt x="187" y="356"/>
                    <a:pt x="205" y="373"/>
                    <a:pt x="227" y="373"/>
                  </a:cubicBezTo>
                  <a:cubicBezTo>
                    <a:pt x="249" y="373"/>
                    <a:pt x="267" y="356"/>
                    <a:pt x="267" y="333"/>
                  </a:cubicBezTo>
                  <a:cubicBezTo>
                    <a:pt x="267" y="196"/>
                    <a:pt x="187" y="69"/>
                    <a:pt x="63" y="10"/>
                  </a:cubicBezTo>
                  <a:cubicBezTo>
                    <a:pt x="43" y="0"/>
                    <a:pt x="20" y="8"/>
                    <a:pt x="10" y="28"/>
                  </a:cubicBezTo>
                  <a:cubicBezTo>
                    <a:pt x="0" y="48"/>
                    <a:pt x="9" y="72"/>
                    <a:pt x="29" y="82"/>
                  </a:cubicBezTo>
                  <a:cubicBezTo>
                    <a:pt x="125" y="128"/>
                    <a:pt x="187" y="227"/>
                    <a:pt x="187" y="33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" name="Freeform 21">
              <a:extLst>
                <a:ext uri="{FF2B5EF4-FFF2-40B4-BE49-F238E27FC236}">
                  <a16:creationId xmlns:a16="http://schemas.microsoft.com/office/drawing/2014/main" id="{F7BD5E82-264F-68E4-33F1-BFD26B794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2163" y="3725863"/>
              <a:ext cx="103188" cy="103187"/>
            </a:xfrm>
            <a:custGeom>
              <a:avLst/>
              <a:gdLst>
                <a:gd name="T0" fmla="*/ 40 w 80"/>
                <a:gd name="T1" fmla="*/ 80 h 80"/>
                <a:gd name="T2" fmla="*/ 80 w 80"/>
                <a:gd name="T3" fmla="*/ 40 h 80"/>
                <a:gd name="T4" fmla="*/ 40 w 80"/>
                <a:gd name="T5" fmla="*/ 0 h 80"/>
                <a:gd name="T6" fmla="*/ 39 w 80"/>
                <a:gd name="T7" fmla="*/ 0 h 80"/>
                <a:gd name="T8" fmla="*/ 0 w 80"/>
                <a:gd name="T9" fmla="*/ 40 h 80"/>
                <a:gd name="T10" fmla="*/ 39 w 80"/>
                <a:gd name="T11" fmla="*/ 80 h 80"/>
                <a:gd name="T12" fmla="*/ 40 w 80"/>
                <a:gd name="T13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80">
                  <a:moveTo>
                    <a:pt x="40" y="80"/>
                  </a:moveTo>
                  <a:cubicBezTo>
                    <a:pt x="62" y="80"/>
                    <a:pt x="80" y="62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17" y="0"/>
                    <a:pt x="0" y="18"/>
                    <a:pt x="0" y="40"/>
                  </a:cubicBezTo>
                  <a:cubicBezTo>
                    <a:pt x="0" y="62"/>
                    <a:pt x="17" y="80"/>
                    <a:pt x="39" y="80"/>
                  </a:cubicBezTo>
                  <a:lnTo>
                    <a:pt x="40" y="8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B736408-A2F8-B605-AF16-53AAE79CE83D}"/>
              </a:ext>
            </a:extLst>
          </p:cNvPr>
          <p:cNvGrpSpPr/>
          <p:nvPr/>
        </p:nvGrpSpPr>
        <p:grpSpPr>
          <a:xfrm>
            <a:off x="7092552" y="3722242"/>
            <a:ext cx="357866" cy="357866"/>
            <a:chOff x="-26988" y="3175000"/>
            <a:chExt cx="2647951" cy="2647950"/>
          </a:xfrm>
          <a:solidFill>
            <a:schemeClr val="bg1"/>
          </a:solidFill>
        </p:grpSpPr>
        <p:sp>
          <p:nvSpPr>
            <p:cNvPr id="70" name="Freeform 25">
              <a:extLst>
                <a:ext uri="{FF2B5EF4-FFF2-40B4-BE49-F238E27FC236}">
                  <a16:creationId xmlns:a16="http://schemas.microsoft.com/office/drawing/2014/main" id="{8C841754-A5C1-F8D7-F544-9D2EA9FBA5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26988" y="4052888"/>
              <a:ext cx="1770063" cy="1770062"/>
            </a:xfrm>
            <a:custGeom>
              <a:avLst/>
              <a:gdLst>
                <a:gd name="T0" fmla="*/ 1464 w 1600"/>
                <a:gd name="T1" fmla="*/ 877 h 1600"/>
                <a:gd name="T2" fmla="*/ 1541 w 1600"/>
                <a:gd name="T3" fmla="*/ 677 h 1600"/>
                <a:gd name="T4" fmla="*/ 1581 w 1600"/>
                <a:gd name="T5" fmla="*/ 554 h 1600"/>
                <a:gd name="T6" fmla="*/ 1410 w 1600"/>
                <a:gd name="T7" fmla="*/ 363 h 1600"/>
                <a:gd name="T8" fmla="*/ 1215 w 1600"/>
                <a:gd name="T9" fmla="*/ 275 h 1600"/>
                <a:gd name="T10" fmla="*/ 1179 w 1600"/>
                <a:gd name="T11" fmla="*/ 73 h 1600"/>
                <a:gd name="T12" fmla="*/ 923 w 1600"/>
                <a:gd name="T13" fmla="*/ 59 h 1600"/>
                <a:gd name="T14" fmla="*/ 723 w 1600"/>
                <a:gd name="T15" fmla="*/ 136 h 1600"/>
                <a:gd name="T16" fmla="*/ 554 w 1600"/>
                <a:gd name="T17" fmla="*/ 19 h 1600"/>
                <a:gd name="T18" fmla="*/ 363 w 1600"/>
                <a:gd name="T19" fmla="*/ 190 h 1600"/>
                <a:gd name="T20" fmla="*/ 276 w 1600"/>
                <a:gd name="T21" fmla="*/ 385 h 1600"/>
                <a:gd name="T22" fmla="*/ 74 w 1600"/>
                <a:gd name="T23" fmla="*/ 421 h 1600"/>
                <a:gd name="T24" fmla="*/ 60 w 1600"/>
                <a:gd name="T25" fmla="*/ 677 h 1600"/>
                <a:gd name="T26" fmla="*/ 136 w 1600"/>
                <a:gd name="T27" fmla="*/ 877 h 1600"/>
                <a:gd name="T28" fmla="*/ 19 w 1600"/>
                <a:gd name="T29" fmla="*/ 1046 h 1600"/>
                <a:gd name="T30" fmla="*/ 190 w 1600"/>
                <a:gd name="T31" fmla="*/ 1237 h 1600"/>
                <a:gd name="T32" fmla="*/ 385 w 1600"/>
                <a:gd name="T33" fmla="*/ 1324 h 1600"/>
                <a:gd name="T34" fmla="*/ 422 w 1600"/>
                <a:gd name="T35" fmla="*/ 1526 h 1600"/>
                <a:gd name="T36" fmla="*/ 592 w 1600"/>
                <a:gd name="T37" fmla="*/ 1589 h 1600"/>
                <a:gd name="T38" fmla="*/ 723 w 1600"/>
                <a:gd name="T39" fmla="*/ 1464 h 1600"/>
                <a:gd name="T40" fmla="*/ 923 w 1600"/>
                <a:gd name="T41" fmla="*/ 1540 h 1600"/>
                <a:gd name="T42" fmla="*/ 1179 w 1600"/>
                <a:gd name="T43" fmla="*/ 1526 h 1600"/>
                <a:gd name="T44" fmla="*/ 1215 w 1600"/>
                <a:gd name="T45" fmla="*/ 1324 h 1600"/>
                <a:gd name="T46" fmla="*/ 1410 w 1600"/>
                <a:gd name="T47" fmla="*/ 1237 h 1600"/>
                <a:gd name="T48" fmla="*/ 1581 w 1600"/>
                <a:gd name="T49" fmla="*/ 1046 h 1600"/>
                <a:gd name="T50" fmla="*/ 1430 w 1600"/>
                <a:gd name="T51" fmla="*/ 1132 h 1600"/>
                <a:gd name="T52" fmla="*/ 1243 w 1600"/>
                <a:gd name="T53" fmla="*/ 1146 h 1600"/>
                <a:gd name="T54" fmla="*/ 1111 w 1600"/>
                <a:gd name="T55" fmla="*/ 1348 h 1600"/>
                <a:gd name="T56" fmla="*/ 1011 w 1600"/>
                <a:gd name="T57" fmla="*/ 1480 h 1600"/>
                <a:gd name="T58" fmla="*/ 869 w 1600"/>
                <a:gd name="T59" fmla="*/ 1358 h 1600"/>
                <a:gd name="T60" fmla="*/ 633 w 1600"/>
                <a:gd name="T61" fmla="*/ 1407 h 1600"/>
                <a:gd name="T62" fmla="*/ 468 w 1600"/>
                <a:gd name="T63" fmla="*/ 1430 h 1600"/>
                <a:gd name="T64" fmla="*/ 454 w 1600"/>
                <a:gd name="T65" fmla="*/ 1243 h 1600"/>
                <a:gd name="T66" fmla="*/ 252 w 1600"/>
                <a:gd name="T67" fmla="*/ 1111 h 1600"/>
                <a:gd name="T68" fmla="*/ 120 w 1600"/>
                <a:gd name="T69" fmla="*/ 1011 h 1600"/>
                <a:gd name="T70" fmla="*/ 242 w 1600"/>
                <a:gd name="T71" fmla="*/ 869 h 1600"/>
                <a:gd name="T72" fmla="*/ 193 w 1600"/>
                <a:gd name="T73" fmla="*/ 632 h 1600"/>
                <a:gd name="T74" fmla="*/ 170 w 1600"/>
                <a:gd name="T75" fmla="*/ 468 h 1600"/>
                <a:gd name="T76" fmla="*/ 357 w 1600"/>
                <a:gd name="T77" fmla="*/ 454 h 1600"/>
                <a:gd name="T78" fmla="*/ 489 w 1600"/>
                <a:gd name="T79" fmla="*/ 252 h 1600"/>
                <a:gd name="T80" fmla="*/ 589 w 1600"/>
                <a:gd name="T81" fmla="*/ 119 h 1600"/>
                <a:gd name="T82" fmla="*/ 731 w 1600"/>
                <a:gd name="T83" fmla="*/ 242 h 1600"/>
                <a:gd name="T84" fmla="*/ 968 w 1600"/>
                <a:gd name="T85" fmla="*/ 193 h 1600"/>
                <a:gd name="T86" fmla="*/ 1132 w 1600"/>
                <a:gd name="T87" fmla="*/ 170 h 1600"/>
                <a:gd name="T88" fmla="*/ 1146 w 1600"/>
                <a:gd name="T89" fmla="*/ 357 h 1600"/>
                <a:gd name="T90" fmla="*/ 1348 w 1600"/>
                <a:gd name="T91" fmla="*/ 489 h 1600"/>
                <a:gd name="T92" fmla="*/ 1481 w 1600"/>
                <a:gd name="T93" fmla="*/ 589 h 1600"/>
                <a:gd name="T94" fmla="*/ 1358 w 1600"/>
                <a:gd name="T95" fmla="*/ 731 h 1600"/>
                <a:gd name="T96" fmla="*/ 1407 w 1600"/>
                <a:gd name="T97" fmla="*/ 967 h 1600"/>
                <a:gd name="T98" fmla="*/ 1430 w 1600"/>
                <a:gd name="T99" fmla="*/ 1132 h 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00" h="1600">
                  <a:moveTo>
                    <a:pt x="1541" y="922"/>
                  </a:moveTo>
                  <a:cubicBezTo>
                    <a:pt x="1516" y="907"/>
                    <a:pt x="1490" y="892"/>
                    <a:pt x="1464" y="877"/>
                  </a:cubicBezTo>
                  <a:cubicBezTo>
                    <a:pt x="1470" y="826"/>
                    <a:pt x="1470" y="774"/>
                    <a:pt x="1464" y="722"/>
                  </a:cubicBezTo>
                  <a:cubicBezTo>
                    <a:pt x="1490" y="707"/>
                    <a:pt x="1516" y="692"/>
                    <a:pt x="1541" y="677"/>
                  </a:cubicBezTo>
                  <a:cubicBezTo>
                    <a:pt x="1583" y="652"/>
                    <a:pt x="1600" y="599"/>
                    <a:pt x="1581" y="554"/>
                  </a:cubicBezTo>
                  <a:cubicBezTo>
                    <a:pt x="1581" y="554"/>
                    <a:pt x="1581" y="554"/>
                    <a:pt x="1581" y="554"/>
                  </a:cubicBezTo>
                  <a:cubicBezTo>
                    <a:pt x="1527" y="421"/>
                    <a:pt x="1527" y="421"/>
                    <a:pt x="1527" y="421"/>
                  </a:cubicBezTo>
                  <a:cubicBezTo>
                    <a:pt x="1508" y="376"/>
                    <a:pt x="1458" y="351"/>
                    <a:pt x="1410" y="363"/>
                  </a:cubicBezTo>
                  <a:cubicBezTo>
                    <a:pt x="1382" y="370"/>
                    <a:pt x="1353" y="377"/>
                    <a:pt x="1325" y="385"/>
                  </a:cubicBezTo>
                  <a:cubicBezTo>
                    <a:pt x="1293" y="344"/>
                    <a:pt x="1256" y="308"/>
                    <a:pt x="1215" y="275"/>
                  </a:cubicBezTo>
                  <a:cubicBezTo>
                    <a:pt x="1223" y="247"/>
                    <a:pt x="1230" y="218"/>
                    <a:pt x="1237" y="190"/>
                  </a:cubicBezTo>
                  <a:cubicBezTo>
                    <a:pt x="1249" y="142"/>
                    <a:pt x="1224" y="92"/>
                    <a:pt x="1179" y="73"/>
                  </a:cubicBezTo>
                  <a:cubicBezTo>
                    <a:pt x="1046" y="19"/>
                    <a:pt x="1046" y="19"/>
                    <a:pt x="1046" y="19"/>
                  </a:cubicBezTo>
                  <a:cubicBezTo>
                    <a:pt x="1001" y="0"/>
                    <a:pt x="948" y="17"/>
                    <a:pt x="923" y="59"/>
                  </a:cubicBezTo>
                  <a:cubicBezTo>
                    <a:pt x="908" y="84"/>
                    <a:pt x="892" y="110"/>
                    <a:pt x="878" y="136"/>
                  </a:cubicBezTo>
                  <a:cubicBezTo>
                    <a:pt x="826" y="130"/>
                    <a:pt x="774" y="130"/>
                    <a:pt x="723" y="136"/>
                  </a:cubicBezTo>
                  <a:cubicBezTo>
                    <a:pt x="708" y="110"/>
                    <a:pt x="693" y="84"/>
                    <a:pt x="678" y="59"/>
                  </a:cubicBezTo>
                  <a:cubicBezTo>
                    <a:pt x="653" y="17"/>
                    <a:pt x="599" y="0"/>
                    <a:pt x="554" y="19"/>
                  </a:cubicBezTo>
                  <a:cubicBezTo>
                    <a:pt x="422" y="73"/>
                    <a:pt x="422" y="73"/>
                    <a:pt x="422" y="73"/>
                  </a:cubicBezTo>
                  <a:cubicBezTo>
                    <a:pt x="377" y="92"/>
                    <a:pt x="351" y="142"/>
                    <a:pt x="363" y="190"/>
                  </a:cubicBezTo>
                  <a:cubicBezTo>
                    <a:pt x="370" y="218"/>
                    <a:pt x="378" y="247"/>
                    <a:pt x="385" y="275"/>
                  </a:cubicBezTo>
                  <a:cubicBezTo>
                    <a:pt x="345" y="307"/>
                    <a:pt x="308" y="344"/>
                    <a:pt x="276" y="385"/>
                  </a:cubicBezTo>
                  <a:cubicBezTo>
                    <a:pt x="247" y="377"/>
                    <a:pt x="218" y="370"/>
                    <a:pt x="190" y="363"/>
                  </a:cubicBezTo>
                  <a:cubicBezTo>
                    <a:pt x="142" y="351"/>
                    <a:pt x="92" y="376"/>
                    <a:pt x="74" y="421"/>
                  </a:cubicBezTo>
                  <a:cubicBezTo>
                    <a:pt x="19" y="554"/>
                    <a:pt x="19" y="554"/>
                    <a:pt x="19" y="554"/>
                  </a:cubicBezTo>
                  <a:cubicBezTo>
                    <a:pt x="0" y="599"/>
                    <a:pt x="18" y="652"/>
                    <a:pt x="60" y="677"/>
                  </a:cubicBezTo>
                  <a:cubicBezTo>
                    <a:pt x="85" y="692"/>
                    <a:pt x="110" y="708"/>
                    <a:pt x="136" y="722"/>
                  </a:cubicBezTo>
                  <a:cubicBezTo>
                    <a:pt x="130" y="774"/>
                    <a:pt x="130" y="826"/>
                    <a:pt x="136" y="877"/>
                  </a:cubicBezTo>
                  <a:cubicBezTo>
                    <a:pt x="110" y="892"/>
                    <a:pt x="85" y="907"/>
                    <a:pt x="60" y="922"/>
                  </a:cubicBezTo>
                  <a:cubicBezTo>
                    <a:pt x="18" y="947"/>
                    <a:pt x="0" y="1001"/>
                    <a:pt x="19" y="1046"/>
                  </a:cubicBezTo>
                  <a:cubicBezTo>
                    <a:pt x="74" y="1178"/>
                    <a:pt x="74" y="1178"/>
                    <a:pt x="74" y="1178"/>
                  </a:cubicBezTo>
                  <a:cubicBezTo>
                    <a:pt x="92" y="1223"/>
                    <a:pt x="142" y="1249"/>
                    <a:pt x="190" y="1237"/>
                  </a:cubicBezTo>
                  <a:cubicBezTo>
                    <a:pt x="218" y="1230"/>
                    <a:pt x="247" y="1222"/>
                    <a:pt x="276" y="1215"/>
                  </a:cubicBezTo>
                  <a:cubicBezTo>
                    <a:pt x="308" y="1255"/>
                    <a:pt x="345" y="1292"/>
                    <a:pt x="385" y="1324"/>
                  </a:cubicBezTo>
                  <a:cubicBezTo>
                    <a:pt x="378" y="1353"/>
                    <a:pt x="370" y="1382"/>
                    <a:pt x="363" y="1410"/>
                  </a:cubicBezTo>
                  <a:cubicBezTo>
                    <a:pt x="351" y="1458"/>
                    <a:pt x="377" y="1508"/>
                    <a:pt x="422" y="1526"/>
                  </a:cubicBezTo>
                  <a:cubicBezTo>
                    <a:pt x="554" y="1581"/>
                    <a:pt x="554" y="1581"/>
                    <a:pt x="554" y="1581"/>
                  </a:cubicBezTo>
                  <a:cubicBezTo>
                    <a:pt x="566" y="1586"/>
                    <a:pt x="579" y="1589"/>
                    <a:pt x="592" y="1589"/>
                  </a:cubicBezTo>
                  <a:cubicBezTo>
                    <a:pt x="626" y="1589"/>
                    <a:pt x="659" y="1571"/>
                    <a:pt x="678" y="1540"/>
                  </a:cubicBezTo>
                  <a:cubicBezTo>
                    <a:pt x="693" y="1516"/>
                    <a:pt x="708" y="1490"/>
                    <a:pt x="723" y="1464"/>
                  </a:cubicBezTo>
                  <a:cubicBezTo>
                    <a:pt x="774" y="1470"/>
                    <a:pt x="826" y="1470"/>
                    <a:pt x="878" y="1464"/>
                  </a:cubicBezTo>
                  <a:cubicBezTo>
                    <a:pt x="892" y="1490"/>
                    <a:pt x="908" y="1515"/>
                    <a:pt x="923" y="1540"/>
                  </a:cubicBezTo>
                  <a:cubicBezTo>
                    <a:pt x="948" y="1582"/>
                    <a:pt x="1001" y="1600"/>
                    <a:pt x="1046" y="1581"/>
                  </a:cubicBezTo>
                  <a:cubicBezTo>
                    <a:pt x="1179" y="1526"/>
                    <a:pt x="1179" y="1526"/>
                    <a:pt x="1179" y="1526"/>
                  </a:cubicBezTo>
                  <a:cubicBezTo>
                    <a:pt x="1224" y="1508"/>
                    <a:pt x="1249" y="1458"/>
                    <a:pt x="1237" y="1410"/>
                  </a:cubicBezTo>
                  <a:cubicBezTo>
                    <a:pt x="1230" y="1382"/>
                    <a:pt x="1223" y="1353"/>
                    <a:pt x="1215" y="1324"/>
                  </a:cubicBezTo>
                  <a:cubicBezTo>
                    <a:pt x="1256" y="1292"/>
                    <a:pt x="1292" y="1255"/>
                    <a:pt x="1325" y="1215"/>
                  </a:cubicBezTo>
                  <a:cubicBezTo>
                    <a:pt x="1353" y="1222"/>
                    <a:pt x="1382" y="1230"/>
                    <a:pt x="1410" y="1237"/>
                  </a:cubicBezTo>
                  <a:cubicBezTo>
                    <a:pt x="1458" y="1249"/>
                    <a:pt x="1508" y="1223"/>
                    <a:pt x="1527" y="1178"/>
                  </a:cubicBezTo>
                  <a:cubicBezTo>
                    <a:pt x="1581" y="1046"/>
                    <a:pt x="1581" y="1046"/>
                    <a:pt x="1581" y="1046"/>
                  </a:cubicBezTo>
                  <a:cubicBezTo>
                    <a:pt x="1600" y="1001"/>
                    <a:pt x="1583" y="947"/>
                    <a:pt x="1541" y="922"/>
                  </a:cubicBezTo>
                  <a:close/>
                  <a:moveTo>
                    <a:pt x="1430" y="1132"/>
                  </a:moveTo>
                  <a:cubicBezTo>
                    <a:pt x="1403" y="1125"/>
                    <a:pt x="1376" y="1118"/>
                    <a:pt x="1348" y="1111"/>
                  </a:cubicBezTo>
                  <a:cubicBezTo>
                    <a:pt x="1309" y="1100"/>
                    <a:pt x="1268" y="1114"/>
                    <a:pt x="1243" y="1146"/>
                  </a:cubicBezTo>
                  <a:cubicBezTo>
                    <a:pt x="1215" y="1182"/>
                    <a:pt x="1182" y="1215"/>
                    <a:pt x="1146" y="1243"/>
                  </a:cubicBezTo>
                  <a:cubicBezTo>
                    <a:pt x="1114" y="1268"/>
                    <a:pt x="1101" y="1309"/>
                    <a:pt x="1111" y="1348"/>
                  </a:cubicBezTo>
                  <a:cubicBezTo>
                    <a:pt x="1118" y="1375"/>
                    <a:pt x="1126" y="1403"/>
                    <a:pt x="1132" y="1430"/>
                  </a:cubicBezTo>
                  <a:cubicBezTo>
                    <a:pt x="1011" y="1480"/>
                    <a:pt x="1011" y="1480"/>
                    <a:pt x="1011" y="1480"/>
                  </a:cubicBezTo>
                  <a:cubicBezTo>
                    <a:pt x="996" y="1456"/>
                    <a:pt x="982" y="1432"/>
                    <a:pt x="968" y="1407"/>
                  </a:cubicBezTo>
                  <a:cubicBezTo>
                    <a:pt x="948" y="1372"/>
                    <a:pt x="909" y="1353"/>
                    <a:pt x="869" y="1358"/>
                  </a:cubicBezTo>
                  <a:cubicBezTo>
                    <a:pt x="823" y="1363"/>
                    <a:pt x="777" y="1363"/>
                    <a:pt x="731" y="1358"/>
                  </a:cubicBezTo>
                  <a:cubicBezTo>
                    <a:pt x="691" y="1353"/>
                    <a:pt x="653" y="1372"/>
                    <a:pt x="633" y="1407"/>
                  </a:cubicBezTo>
                  <a:cubicBezTo>
                    <a:pt x="618" y="1432"/>
                    <a:pt x="604" y="1457"/>
                    <a:pt x="589" y="1480"/>
                  </a:cubicBezTo>
                  <a:cubicBezTo>
                    <a:pt x="468" y="1430"/>
                    <a:pt x="468" y="1430"/>
                    <a:pt x="468" y="1430"/>
                  </a:cubicBezTo>
                  <a:cubicBezTo>
                    <a:pt x="475" y="1403"/>
                    <a:pt x="482" y="1375"/>
                    <a:pt x="489" y="1348"/>
                  </a:cubicBezTo>
                  <a:cubicBezTo>
                    <a:pt x="500" y="1309"/>
                    <a:pt x="486" y="1268"/>
                    <a:pt x="454" y="1243"/>
                  </a:cubicBezTo>
                  <a:cubicBezTo>
                    <a:pt x="418" y="1215"/>
                    <a:pt x="385" y="1182"/>
                    <a:pt x="357" y="1145"/>
                  </a:cubicBezTo>
                  <a:cubicBezTo>
                    <a:pt x="332" y="1114"/>
                    <a:pt x="291" y="1100"/>
                    <a:pt x="252" y="1111"/>
                  </a:cubicBezTo>
                  <a:cubicBezTo>
                    <a:pt x="225" y="1118"/>
                    <a:pt x="197" y="1125"/>
                    <a:pt x="170" y="1132"/>
                  </a:cubicBezTo>
                  <a:cubicBezTo>
                    <a:pt x="120" y="1011"/>
                    <a:pt x="120" y="1011"/>
                    <a:pt x="120" y="1011"/>
                  </a:cubicBezTo>
                  <a:cubicBezTo>
                    <a:pt x="144" y="996"/>
                    <a:pt x="168" y="982"/>
                    <a:pt x="193" y="967"/>
                  </a:cubicBezTo>
                  <a:cubicBezTo>
                    <a:pt x="228" y="947"/>
                    <a:pt x="247" y="909"/>
                    <a:pt x="242" y="869"/>
                  </a:cubicBezTo>
                  <a:cubicBezTo>
                    <a:pt x="237" y="823"/>
                    <a:pt x="237" y="777"/>
                    <a:pt x="242" y="731"/>
                  </a:cubicBezTo>
                  <a:cubicBezTo>
                    <a:pt x="247" y="691"/>
                    <a:pt x="228" y="652"/>
                    <a:pt x="193" y="632"/>
                  </a:cubicBezTo>
                  <a:cubicBezTo>
                    <a:pt x="168" y="618"/>
                    <a:pt x="144" y="603"/>
                    <a:pt x="120" y="589"/>
                  </a:cubicBezTo>
                  <a:cubicBezTo>
                    <a:pt x="170" y="468"/>
                    <a:pt x="170" y="468"/>
                    <a:pt x="170" y="468"/>
                  </a:cubicBezTo>
                  <a:cubicBezTo>
                    <a:pt x="197" y="474"/>
                    <a:pt x="225" y="482"/>
                    <a:pt x="252" y="489"/>
                  </a:cubicBezTo>
                  <a:cubicBezTo>
                    <a:pt x="291" y="499"/>
                    <a:pt x="332" y="486"/>
                    <a:pt x="357" y="454"/>
                  </a:cubicBezTo>
                  <a:cubicBezTo>
                    <a:pt x="385" y="418"/>
                    <a:pt x="418" y="385"/>
                    <a:pt x="455" y="357"/>
                  </a:cubicBezTo>
                  <a:cubicBezTo>
                    <a:pt x="486" y="332"/>
                    <a:pt x="500" y="291"/>
                    <a:pt x="489" y="252"/>
                  </a:cubicBezTo>
                  <a:cubicBezTo>
                    <a:pt x="482" y="224"/>
                    <a:pt x="475" y="197"/>
                    <a:pt x="468" y="170"/>
                  </a:cubicBezTo>
                  <a:cubicBezTo>
                    <a:pt x="589" y="119"/>
                    <a:pt x="589" y="119"/>
                    <a:pt x="589" y="119"/>
                  </a:cubicBezTo>
                  <a:cubicBezTo>
                    <a:pt x="604" y="143"/>
                    <a:pt x="618" y="168"/>
                    <a:pt x="633" y="193"/>
                  </a:cubicBezTo>
                  <a:cubicBezTo>
                    <a:pt x="653" y="228"/>
                    <a:pt x="691" y="247"/>
                    <a:pt x="731" y="242"/>
                  </a:cubicBezTo>
                  <a:cubicBezTo>
                    <a:pt x="777" y="236"/>
                    <a:pt x="823" y="236"/>
                    <a:pt x="869" y="242"/>
                  </a:cubicBezTo>
                  <a:cubicBezTo>
                    <a:pt x="909" y="247"/>
                    <a:pt x="948" y="228"/>
                    <a:pt x="968" y="193"/>
                  </a:cubicBezTo>
                  <a:cubicBezTo>
                    <a:pt x="982" y="168"/>
                    <a:pt x="997" y="143"/>
                    <a:pt x="1011" y="119"/>
                  </a:cubicBezTo>
                  <a:cubicBezTo>
                    <a:pt x="1132" y="170"/>
                    <a:pt x="1132" y="170"/>
                    <a:pt x="1132" y="170"/>
                  </a:cubicBezTo>
                  <a:cubicBezTo>
                    <a:pt x="1126" y="197"/>
                    <a:pt x="1118" y="224"/>
                    <a:pt x="1111" y="252"/>
                  </a:cubicBezTo>
                  <a:cubicBezTo>
                    <a:pt x="1100" y="291"/>
                    <a:pt x="1114" y="332"/>
                    <a:pt x="1146" y="357"/>
                  </a:cubicBezTo>
                  <a:cubicBezTo>
                    <a:pt x="1182" y="385"/>
                    <a:pt x="1215" y="418"/>
                    <a:pt x="1243" y="454"/>
                  </a:cubicBezTo>
                  <a:cubicBezTo>
                    <a:pt x="1268" y="486"/>
                    <a:pt x="1309" y="499"/>
                    <a:pt x="1348" y="489"/>
                  </a:cubicBezTo>
                  <a:cubicBezTo>
                    <a:pt x="1376" y="482"/>
                    <a:pt x="1403" y="474"/>
                    <a:pt x="1430" y="468"/>
                  </a:cubicBezTo>
                  <a:cubicBezTo>
                    <a:pt x="1481" y="589"/>
                    <a:pt x="1481" y="589"/>
                    <a:pt x="1481" y="589"/>
                  </a:cubicBezTo>
                  <a:cubicBezTo>
                    <a:pt x="1457" y="603"/>
                    <a:pt x="1432" y="618"/>
                    <a:pt x="1407" y="632"/>
                  </a:cubicBezTo>
                  <a:cubicBezTo>
                    <a:pt x="1372" y="652"/>
                    <a:pt x="1353" y="691"/>
                    <a:pt x="1358" y="731"/>
                  </a:cubicBezTo>
                  <a:cubicBezTo>
                    <a:pt x="1364" y="776"/>
                    <a:pt x="1364" y="823"/>
                    <a:pt x="1358" y="869"/>
                  </a:cubicBezTo>
                  <a:cubicBezTo>
                    <a:pt x="1353" y="909"/>
                    <a:pt x="1372" y="947"/>
                    <a:pt x="1407" y="967"/>
                  </a:cubicBezTo>
                  <a:cubicBezTo>
                    <a:pt x="1432" y="982"/>
                    <a:pt x="1457" y="996"/>
                    <a:pt x="1481" y="1011"/>
                  </a:cubicBezTo>
                  <a:lnTo>
                    <a:pt x="1430" y="113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" name="Freeform 26">
              <a:extLst>
                <a:ext uri="{FF2B5EF4-FFF2-40B4-BE49-F238E27FC236}">
                  <a16:creationId xmlns:a16="http://schemas.microsoft.com/office/drawing/2014/main" id="{59E8E93C-DADD-EDC6-8DAE-845166F5DD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1637" y="4481513"/>
              <a:ext cx="912813" cy="858837"/>
            </a:xfrm>
            <a:custGeom>
              <a:avLst/>
              <a:gdLst>
                <a:gd name="T0" fmla="*/ 748 w 824"/>
                <a:gd name="T1" fmla="*/ 273 h 775"/>
                <a:gd name="T2" fmla="*/ 748 w 824"/>
                <a:gd name="T3" fmla="*/ 273 h 775"/>
                <a:gd name="T4" fmla="*/ 273 w 824"/>
                <a:gd name="T5" fmla="*/ 76 h 775"/>
                <a:gd name="T6" fmla="*/ 77 w 824"/>
                <a:gd name="T7" fmla="*/ 551 h 775"/>
                <a:gd name="T8" fmla="*/ 273 w 824"/>
                <a:gd name="T9" fmla="*/ 747 h 775"/>
                <a:gd name="T10" fmla="*/ 412 w 824"/>
                <a:gd name="T11" fmla="*/ 775 h 775"/>
                <a:gd name="T12" fmla="*/ 551 w 824"/>
                <a:gd name="T13" fmla="*/ 747 h 775"/>
                <a:gd name="T14" fmla="*/ 748 w 824"/>
                <a:gd name="T15" fmla="*/ 273 h 775"/>
                <a:gd name="T16" fmla="*/ 510 w 824"/>
                <a:gd name="T17" fmla="*/ 649 h 775"/>
                <a:gd name="T18" fmla="*/ 314 w 824"/>
                <a:gd name="T19" fmla="*/ 649 h 775"/>
                <a:gd name="T20" fmla="*/ 175 w 824"/>
                <a:gd name="T21" fmla="*/ 510 h 775"/>
                <a:gd name="T22" fmla="*/ 314 w 824"/>
                <a:gd name="T23" fmla="*/ 175 h 775"/>
                <a:gd name="T24" fmla="*/ 412 w 824"/>
                <a:gd name="T25" fmla="*/ 155 h 775"/>
                <a:gd name="T26" fmla="*/ 649 w 824"/>
                <a:gd name="T27" fmla="*/ 314 h 775"/>
                <a:gd name="T28" fmla="*/ 510 w 824"/>
                <a:gd name="T29" fmla="*/ 649 h 7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4" h="775">
                  <a:moveTo>
                    <a:pt x="748" y="273"/>
                  </a:moveTo>
                  <a:cubicBezTo>
                    <a:pt x="748" y="273"/>
                    <a:pt x="748" y="273"/>
                    <a:pt x="748" y="273"/>
                  </a:cubicBezTo>
                  <a:cubicBezTo>
                    <a:pt x="671" y="88"/>
                    <a:pt x="458" y="0"/>
                    <a:pt x="273" y="76"/>
                  </a:cubicBezTo>
                  <a:cubicBezTo>
                    <a:pt x="88" y="153"/>
                    <a:pt x="0" y="366"/>
                    <a:pt x="77" y="551"/>
                  </a:cubicBezTo>
                  <a:cubicBezTo>
                    <a:pt x="114" y="640"/>
                    <a:pt x="184" y="710"/>
                    <a:pt x="273" y="747"/>
                  </a:cubicBezTo>
                  <a:cubicBezTo>
                    <a:pt x="318" y="766"/>
                    <a:pt x="365" y="775"/>
                    <a:pt x="412" y="775"/>
                  </a:cubicBezTo>
                  <a:cubicBezTo>
                    <a:pt x="459" y="775"/>
                    <a:pt x="506" y="766"/>
                    <a:pt x="551" y="747"/>
                  </a:cubicBezTo>
                  <a:cubicBezTo>
                    <a:pt x="736" y="671"/>
                    <a:pt x="824" y="458"/>
                    <a:pt x="748" y="273"/>
                  </a:cubicBezTo>
                  <a:close/>
                  <a:moveTo>
                    <a:pt x="510" y="649"/>
                  </a:moveTo>
                  <a:cubicBezTo>
                    <a:pt x="447" y="675"/>
                    <a:pt x="377" y="675"/>
                    <a:pt x="314" y="649"/>
                  </a:cubicBezTo>
                  <a:cubicBezTo>
                    <a:pt x="251" y="623"/>
                    <a:pt x="201" y="573"/>
                    <a:pt x="175" y="510"/>
                  </a:cubicBezTo>
                  <a:cubicBezTo>
                    <a:pt x="121" y="379"/>
                    <a:pt x="183" y="229"/>
                    <a:pt x="314" y="175"/>
                  </a:cubicBezTo>
                  <a:cubicBezTo>
                    <a:pt x="346" y="161"/>
                    <a:pt x="379" y="155"/>
                    <a:pt x="412" y="155"/>
                  </a:cubicBezTo>
                  <a:cubicBezTo>
                    <a:pt x="513" y="155"/>
                    <a:pt x="608" y="215"/>
                    <a:pt x="649" y="314"/>
                  </a:cubicBezTo>
                  <a:cubicBezTo>
                    <a:pt x="703" y="444"/>
                    <a:pt x="641" y="595"/>
                    <a:pt x="510" y="64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" name="Freeform 27">
              <a:extLst>
                <a:ext uri="{FF2B5EF4-FFF2-40B4-BE49-F238E27FC236}">
                  <a16:creationId xmlns:a16="http://schemas.microsoft.com/office/drawing/2014/main" id="{0FFE2A34-54C7-5528-C30C-EF317211EE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82700" y="3175000"/>
              <a:ext cx="1338263" cy="1338262"/>
            </a:xfrm>
            <a:custGeom>
              <a:avLst/>
              <a:gdLst>
                <a:gd name="T0" fmla="*/ 1081 w 1210"/>
                <a:gd name="T1" fmla="*/ 462 h 1210"/>
                <a:gd name="T2" fmla="*/ 1077 w 1210"/>
                <a:gd name="T3" fmla="*/ 324 h 1210"/>
                <a:gd name="T4" fmla="*/ 996 w 1210"/>
                <a:gd name="T5" fmla="*/ 141 h 1210"/>
                <a:gd name="T6" fmla="*/ 840 w 1210"/>
                <a:gd name="T7" fmla="*/ 167 h 1210"/>
                <a:gd name="T8" fmla="*/ 740 w 1210"/>
                <a:gd name="T9" fmla="*/ 72 h 1210"/>
                <a:gd name="T10" fmla="*/ 553 w 1210"/>
                <a:gd name="T11" fmla="*/ 0 h 1210"/>
                <a:gd name="T12" fmla="*/ 461 w 1210"/>
                <a:gd name="T13" fmla="*/ 129 h 1210"/>
                <a:gd name="T14" fmla="*/ 324 w 1210"/>
                <a:gd name="T15" fmla="*/ 133 h 1210"/>
                <a:gd name="T16" fmla="*/ 140 w 1210"/>
                <a:gd name="T17" fmla="*/ 214 h 1210"/>
                <a:gd name="T18" fmla="*/ 166 w 1210"/>
                <a:gd name="T19" fmla="*/ 370 h 1210"/>
                <a:gd name="T20" fmla="*/ 72 w 1210"/>
                <a:gd name="T21" fmla="*/ 470 h 1210"/>
                <a:gd name="T22" fmla="*/ 0 w 1210"/>
                <a:gd name="T23" fmla="*/ 657 h 1210"/>
                <a:gd name="T24" fmla="*/ 128 w 1210"/>
                <a:gd name="T25" fmla="*/ 749 h 1210"/>
                <a:gd name="T26" fmla="*/ 132 w 1210"/>
                <a:gd name="T27" fmla="*/ 887 h 1210"/>
                <a:gd name="T28" fmla="*/ 214 w 1210"/>
                <a:gd name="T29" fmla="*/ 1070 h 1210"/>
                <a:gd name="T30" fmla="*/ 369 w 1210"/>
                <a:gd name="T31" fmla="*/ 1044 h 1210"/>
                <a:gd name="T32" fmla="*/ 469 w 1210"/>
                <a:gd name="T33" fmla="*/ 1138 h 1210"/>
                <a:gd name="T34" fmla="*/ 657 w 1210"/>
                <a:gd name="T35" fmla="*/ 1210 h 1210"/>
                <a:gd name="T36" fmla="*/ 748 w 1210"/>
                <a:gd name="T37" fmla="*/ 1082 h 1210"/>
                <a:gd name="T38" fmla="*/ 886 w 1210"/>
                <a:gd name="T39" fmla="*/ 1078 h 1210"/>
                <a:gd name="T40" fmla="*/ 1069 w 1210"/>
                <a:gd name="T41" fmla="*/ 996 h 1210"/>
                <a:gd name="T42" fmla="*/ 1043 w 1210"/>
                <a:gd name="T43" fmla="*/ 841 h 1210"/>
                <a:gd name="T44" fmla="*/ 1138 w 1210"/>
                <a:gd name="T45" fmla="*/ 741 h 1210"/>
                <a:gd name="T46" fmla="*/ 1210 w 1210"/>
                <a:gd name="T47" fmla="*/ 553 h 1210"/>
                <a:gd name="T48" fmla="*/ 1108 w 1210"/>
                <a:gd name="T49" fmla="*/ 643 h 1210"/>
                <a:gd name="T50" fmla="*/ 987 w 1210"/>
                <a:gd name="T51" fmla="*/ 711 h 1210"/>
                <a:gd name="T52" fmla="*/ 956 w 1210"/>
                <a:gd name="T53" fmla="*/ 894 h 1210"/>
                <a:gd name="T54" fmla="*/ 934 w 1210"/>
                <a:gd name="T55" fmla="*/ 988 h 1210"/>
                <a:gd name="T56" fmla="*/ 800 w 1210"/>
                <a:gd name="T57" fmla="*/ 950 h 1210"/>
                <a:gd name="T58" fmla="*/ 649 w 1210"/>
                <a:gd name="T59" fmla="*/ 1058 h 1210"/>
                <a:gd name="T60" fmla="*/ 567 w 1210"/>
                <a:gd name="T61" fmla="*/ 1109 h 1210"/>
                <a:gd name="T62" fmla="*/ 499 w 1210"/>
                <a:gd name="T63" fmla="*/ 988 h 1210"/>
                <a:gd name="T64" fmla="*/ 316 w 1210"/>
                <a:gd name="T65" fmla="*/ 957 h 1210"/>
                <a:gd name="T66" fmla="*/ 222 w 1210"/>
                <a:gd name="T67" fmla="*/ 935 h 1210"/>
                <a:gd name="T68" fmla="*/ 260 w 1210"/>
                <a:gd name="T69" fmla="*/ 801 h 1210"/>
                <a:gd name="T70" fmla="*/ 152 w 1210"/>
                <a:gd name="T71" fmla="*/ 650 h 1210"/>
                <a:gd name="T72" fmla="*/ 101 w 1210"/>
                <a:gd name="T73" fmla="*/ 568 h 1210"/>
                <a:gd name="T74" fmla="*/ 222 w 1210"/>
                <a:gd name="T75" fmla="*/ 500 h 1210"/>
                <a:gd name="T76" fmla="*/ 253 w 1210"/>
                <a:gd name="T77" fmla="*/ 317 h 1210"/>
                <a:gd name="T78" fmla="*/ 275 w 1210"/>
                <a:gd name="T79" fmla="*/ 223 h 1210"/>
                <a:gd name="T80" fmla="*/ 409 w 1210"/>
                <a:gd name="T81" fmla="*/ 260 h 1210"/>
                <a:gd name="T82" fmla="*/ 560 w 1210"/>
                <a:gd name="T83" fmla="*/ 153 h 1210"/>
                <a:gd name="T84" fmla="*/ 642 w 1210"/>
                <a:gd name="T85" fmla="*/ 102 h 1210"/>
                <a:gd name="T86" fmla="*/ 710 w 1210"/>
                <a:gd name="T87" fmla="*/ 223 h 1210"/>
                <a:gd name="T88" fmla="*/ 893 w 1210"/>
                <a:gd name="T89" fmla="*/ 254 h 1210"/>
                <a:gd name="T90" fmla="*/ 987 w 1210"/>
                <a:gd name="T91" fmla="*/ 276 h 1210"/>
                <a:gd name="T92" fmla="*/ 950 w 1210"/>
                <a:gd name="T93" fmla="*/ 410 h 1210"/>
                <a:gd name="T94" fmla="*/ 1057 w 1210"/>
                <a:gd name="T95" fmla="*/ 561 h 1210"/>
                <a:gd name="T96" fmla="*/ 1108 w 1210"/>
                <a:gd name="T97" fmla="*/ 643 h 1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10" h="1210">
                  <a:moveTo>
                    <a:pt x="1138" y="470"/>
                  </a:moveTo>
                  <a:cubicBezTo>
                    <a:pt x="1119" y="467"/>
                    <a:pt x="1100" y="464"/>
                    <a:pt x="1081" y="462"/>
                  </a:cubicBezTo>
                  <a:cubicBezTo>
                    <a:pt x="1072" y="430"/>
                    <a:pt x="1059" y="399"/>
                    <a:pt x="1043" y="370"/>
                  </a:cubicBezTo>
                  <a:cubicBezTo>
                    <a:pt x="1055" y="354"/>
                    <a:pt x="1066" y="339"/>
                    <a:pt x="1077" y="324"/>
                  </a:cubicBezTo>
                  <a:cubicBezTo>
                    <a:pt x="1102" y="291"/>
                    <a:pt x="1098" y="244"/>
                    <a:pt x="1069" y="214"/>
                  </a:cubicBezTo>
                  <a:cubicBezTo>
                    <a:pt x="996" y="141"/>
                    <a:pt x="996" y="141"/>
                    <a:pt x="996" y="141"/>
                  </a:cubicBezTo>
                  <a:cubicBezTo>
                    <a:pt x="966" y="112"/>
                    <a:pt x="919" y="108"/>
                    <a:pt x="886" y="133"/>
                  </a:cubicBezTo>
                  <a:cubicBezTo>
                    <a:pt x="871" y="144"/>
                    <a:pt x="855" y="155"/>
                    <a:pt x="840" y="167"/>
                  </a:cubicBezTo>
                  <a:cubicBezTo>
                    <a:pt x="811" y="151"/>
                    <a:pt x="780" y="138"/>
                    <a:pt x="748" y="129"/>
                  </a:cubicBezTo>
                  <a:cubicBezTo>
                    <a:pt x="746" y="110"/>
                    <a:pt x="743" y="91"/>
                    <a:pt x="740" y="72"/>
                  </a:cubicBezTo>
                  <a:cubicBezTo>
                    <a:pt x="734" y="31"/>
                    <a:pt x="698" y="0"/>
                    <a:pt x="657" y="0"/>
                  </a:cubicBezTo>
                  <a:cubicBezTo>
                    <a:pt x="553" y="0"/>
                    <a:pt x="553" y="0"/>
                    <a:pt x="553" y="0"/>
                  </a:cubicBezTo>
                  <a:cubicBezTo>
                    <a:pt x="511" y="0"/>
                    <a:pt x="475" y="31"/>
                    <a:pt x="469" y="72"/>
                  </a:cubicBezTo>
                  <a:cubicBezTo>
                    <a:pt x="466" y="91"/>
                    <a:pt x="464" y="110"/>
                    <a:pt x="461" y="129"/>
                  </a:cubicBezTo>
                  <a:cubicBezTo>
                    <a:pt x="429" y="138"/>
                    <a:pt x="398" y="151"/>
                    <a:pt x="369" y="167"/>
                  </a:cubicBezTo>
                  <a:cubicBezTo>
                    <a:pt x="354" y="155"/>
                    <a:pt x="339" y="144"/>
                    <a:pt x="324" y="133"/>
                  </a:cubicBezTo>
                  <a:cubicBezTo>
                    <a:pt x="290" y="108"/>
                    <a:pt x="243" y="112"/>
                    <a:pt x="214" y="141"/>
                  </a:cubicBezTo>
                  <a:cubicBezTo>
                    <a:pt x="140" y="214"/>
                    <a:pt x="140" y="214"/>
                    <a:pt x="140" y="214"/>
                  </a:cubicBezTo>
                  <a:cubicBezTo>
                    <a:pt x="111" y="244"/>
                    <a:pt x="107" y="291"/>
                    <a:pt x="132" y="324"/>
                  </a:cubicBezTo>
                  <a:cubicBezTo>
                    <a:pt x="143" y="339"/>
                    <a:pt x="154" y="354"/>
                    <a:pt x="166" y="370"/>
                  </a:cubicBezTo>
                  <a:cubicBezTo>
                    <a:pt x="150" y="399"/>
                    <a:pt x="137" y="430"/>
                    <a:pt x="128" y="462"/>
                  </a:cubicBezTo>
                  <a:cubicBezTo>
                    <a:pt x="109" y="464"/>
                    <a:pt x="90" y="467"/>
                    <a:pt x="72" y="470"/>
                  </a:cubicBezTo>
                  <a:cubicBezTo>
                    <a:pt x="31" y="476"/>
                    <a:pt x="0" y="512"/>
                    <a:pt x="0" y="553"/>
                  </a:cubicBezTo>
                  <a:cubicBezTo>
                    <a:pt x="0" y="657"/>
                    <a:pt x="0" y="657"/>
                    <a:pt x="0" y="657"/>
                  </a:cubicBezTo>
                  <a:cubicBezTo>
                    <a:pt x="0" y="699"/>
                    <a:pt x="31" y="735"/>
                    <a:pt x="72" y="741"/>
                  </a:cubicBezTo>
                  <a:cubicBezTo>
                    <a:pt x="90" y="744"/>
                    <a:pt x="109" y="746"/>
                    <a:pt x="128" y="749"/>
                  </a:cubicBezTo>
                  <a:cubicBezTo>
                    <a:pt x="137" y="781"/>
                    <a:pt x="150" y="812"/>
                    <a:pt x="166" y="841"/>
                  </a:cubicBezTo>
                  <a:cubicBezTo>
                    <a:pt x="154" y="856"/>
                    <a:pt x="143" y="871"/>
                    <a:pt x="132" y="887"/>
                  </a:cubicBezTo>
                  <a:cubicBezTo>
                    <a:pt x="107" y="920"/>
                    <a:pt x="111" y="967"/>
                    <a:pt x="140" y="996"/>
                  </a:cubicBezTo>
                  <a:cubicBezTo>
                    <a:pt x="214" y="1070"/>
                    <a:pt x="214" y="1070"/>
                    <a:pt x="214" y="1070"/>
                  </a:cubicBezTo>
                  <a:cubicBezTo>
                    <a:pt x="243" y="1099"/>
                    <a:pt x="290" y="1103"/>
                    <a:pt x="323" y="1078"/>
                  </a:cubicBezTo>
                  <a:cubicBezTo>
                    <a:pt x="339" y="1067"/>
                    <a:pt x="354" y="1056"/>
                    <a:pt x="369" y="1044"/>
                  </a:cubicBezTo>
                  <a:cubicBezTo>
                    <a:pt x="398" y="1060"/>
                    <a:pt x="429" y="1073"/>
                    <a:pt x="461" y="1082"/>
                  </a:cubicBezTo>
                  <a:cubicBezTo>
                    <a:pt x="464" y="1101"/>
                    <a:pt x="466" y="1120"/>
                    <a:pt x="469" y="1138"/>
                  </a:cubicBezTo>
                  <a:cubicBezTo>
                    <a:pt x="475" y="1179"/>
                    <a:pt x="511" y="1210"/>
                    <a:pt x="553" y="1210"/>
                  </a:cubicBezTo>
                  <a:cubicBezTo>
                    <a:pt x="657" y="1210"/>
                    <a:pt x="657" y="1210"/>
                    <a:pt x="657" y="1210"/>
                  </a:cubicBezTo>
                  <a:cubicBezTo>
                    <a:pt x="698" y="1210"/>
                    <a:pt x="734" y="1179"/>
                    <a:pt x="740" y="1138"/>
                  </a:cubicBezTo>
                  <a:cubicBezTo>
                    <a:pt x="743" y="1120"/>
                    <a:pt x="746" y="1101"/>
                    <a:pt x="748" y="1082"/>
                  </a:cubicBezTo>
                  <a:cubicBezTo>
                    <a:pt x="780" y="1073"/>
                    <a:pt x="811" y="1060"/>
                    <a:pt x="840" y="1044"/>
                  </a:cubicBezTo>
                  <a:cubicBezTo>
                    <a:pt x="855" y="1056"/>
                    <a:pt x="871" y="1067"/>
                    <a:pt x="886" y="1078"/>
                  </a:cubicBezTo>
                  <a:cubicBezTo>
                    <a:pt x="919" y="1103"/>
                    <a:pt x="966" y="1099"/>
                    <a:pt x="996" y="1070"/>
                  </a:cubicBezTo>
                  <a:cubicBezTo>
                    <a:pt x="1069" y="996"/>
                    <a:pt x="1069" y="996"/>
                    <a:pt x="1069" y="996"/>
                  </a:cubicBezTo>
                  <a:cubicBezTo>
                    <a:pt x="1098" y="967"/>
                    <a:pt x="1102" y="920"/>
                    <a:pt x="1077" y="886"/>
                  </a:cubicBezTo>
                  <a:cubicBezTo>
                    <a:pt x="1066" y="871"/>
                    <a:pt x="1055" y="856"/>
                    <a:pt x="1043" y="841"/>
                  </a:cubicBezTo>
                  <a:cubicBezTo>
                    <a:pt x="1059" y="812"/>
                    <a:pt x="1072" y="781"/>
                    <a:pt x="1081" y="749"/>
                  </a:cubicBezTo>
                  <a:cubicBezTo>
                    <a:pt x="1100" y="746"/>
                    <a:pt x="1119" y="744"/>
                    <a:pt x="1138" y="741"/>
                  </a:cubicBezTo>
                  <a:cubicBezTo>
                    <a:pt x="1179" y="735"/>
                    <a:pt x="1210" y="699"/>
                    <a:pt x="1210" y="657"/>
                  </a:cubicBezTo>
                  <a:cubicBezTo>
                    <a:pt x="1210" y="553"/>
                    <a:pt x="1210" y="553"/>
                    <a:pt x="1210" y="553"/>
                  </a:cubicBezTo>
                  <a:cubicBezTo>
                    <a:pt x="1210" y="512"/>
                    <a:pt x="1179" y="476"/>
                    <a:pt x="1138" y="470"/>
                  </a:cubicBezTo>
                  <a:close/>
                  <a:moveTo>
                    <a:pt x="1108" y="643"/>
                  </a:moveTo>
                  <a:cubicBezTo>
                    <a:pt x="1092" y="645"/>
                    <a:pt x="1075" y="648"/>
                    <a:pt x="1057" y="650"/>
                  </a:cubicBezTo>
                  <a:cubicBezTo>
                    <a:pt x="1024" y="654"/>
                    <a:pt x="996" y="678"/>
                    <a:pt x="987" y="711"/>
                  </a:cubicBezTo>
                  <a:cubicBezTo>
                    <a:pt x="978" y="742"/>
                    <a:pt x="966" y="773"/>
                    <a:pt x="950" y="801"/>
                  </a:cubicBezTo>
                  <a:cubicBezTo>
                    <a:pt x="933" y="830"/>
                    <a:pt x="935" y="867"/>
                    <a:pt x="956" y="894"/>
                  </a:cubicBezTo>
                  <a:cubicBezTo>
                    <a:pt x="967" y="908"/>
                    <a:pt x="977" y="921"/>
                    <a:pt x="987" y="935"/>
                  </a:cubicBezTo>
                  <a:cubicBezTo>
                    <a:pt x="934" y="988"/>
                    <a:pt x="934" y="988"/>
                    <a:pt x="934" y="988"/>
                  </a:cubicBezTo>
                  <a:cubicBezTo>
                    <a:pt x="921" y="978"/>
                    <a:pt x="907" y="967"/>
                    <a:pt x="893" y="957"/>
                  </a:cubicBezTo>
                  <a:cubicBezTo>
                    <a:pt x="866" y="936"/>
                    <a:pt x="830" y="934"/>
                    <a:pt x="800" y="950"/>
                  </a:cubicBezTo>
                  <a:cubicBezTo>
                    <a:pt x="772" y="967"/>
                    <a:pt x="742" y="979"/>
                    <a:pt x="710" y="988"/>
                  </a:cubicBezTo>
                  <a:cubicBezTo>
                    <a:pt x="678" y="997"/>
                    <a:pt x="654" y="1024"/>
                    <a:pt x="649" y="1058"/>
                  </a:cubicBezTo>
                  <a:cubicBezTo>
                    <a:pt x="647" y="1075"/>
                    <a:pt x="645" y="1092"/>
                    <a:pt x="642" y="1109"/>
                  </a:cubicBezTo>
                  <a:cubicBezTo>
                    <a:pt x="567" y="1109"/>
                    <a:pt x="567" y="1109"/>
                    <a:pt x="567" y="1109"/>
                  </a:cubicBezTo>
                  <a:cubicBezTo>
                    <a:pt x="565" y="1092"/>
                    <a:pt x="562" y="1075"/>
                    <a:pt x="560" y="1058"/>
                  </a:cubicBezTo>
                  <a:cubicBezTo>
                    <a:pt x="556" y="1024"/>
                    <a:pt x="532" y="997"/>
                    <a:pt x="499" y="988"/>
                  </a:cubicBezTo>
                  <a:cubicBezTo>
                    <a:pt x="468" y="979"/>
                    <a:pt x="437" y="967"/>
                    <a:pt x="409" y="950"/>
                  </a:cubicBezTo>
                  <a:cubicBezTo>
                    <a:pt x="380" y="934"/>
                    <a:pt x="343" y="936"/>
                    <a:pt x="316" y="957"/>
                  </a:cubicBezTo>
                  <a:cubicBezTo>
                    <a:pt x="302" y="968"/>
                    <a:pt x="289" y="978"/>
                    <a:pt x="275" y="988"/>
                  </a:cubicBezTo>
                  <a:cubicBezTo>
                    <a:pt x="222" y="935"/>
                    <a:pt x="222" y="935"/>
                    <a:pt x="222" y="935"/>
                  </a:cubicBezTo>
                  <a:cubicBezTo>
                    <a:pt x="232" y="921"/>
                    <a:pt x="242" y="908"/>
                    <a:pt x="253" y="894"/>
                  </a:cubicBezTo>
                  <a:cubicBezTo>
                    <a:pt x="274" y="867"/>
                    <a:pt x="276" y="830"/>
                    <a:pt x="260" y="801"/>
                  </a:cubicBezTo>
                  <a:cubicBezTo>
                    <a:pt x="243" y="773"/>
                    <a:pt x="231" y="742"/>
                    <a:pt x="222" y="711"/>
                  </a:cubicBezTo>
                  <a:cubicBezTo>
                    <a:pt x="213" y="678"/>
                    <a:pt x="186" y="654"/>
                    <a:pt x="152" y="650"/>
                  </a:cubicBezTo>
                  <a:cubicBezTo>
                    <a:pt x="135" y="648"/>
                    <a:pt x="118" y="645"/>
                    <a:pt x="101" y="643"/>
                  </a:cubicBezTo>
                  <a:cubicBezTo>
                    <a:pt x="101" y="568"/>
                    <a:pt x="101" y="568"/>
                    <a:pt x="101" y="568"/>
                  </a:cubicBezTo>
                  <a:cubicBezTo>
                    <a:pt x="118" y="565"/>
                    <a:pt x="135" y="563"/>
                    <a:pt x="152" y="561"/>
                  </a:cubicBezTo>
                  <a:cubicBezTo>
                    <a:pt x="186" y="556"/>
                    <a:pt x="213" y="532"/>
                    <a:pt x="222" y="500"/>
                  </a:cubicBezTo>
                  <a:cubicBezTo>
                    <a:pt x="231" y="468"/>
                    <a:pt x="243" y="438"/>
                    <a:pt x="260" y="410"/>
                  </a:cubicBezTo>
                  <a:cubicBezTo>
                    <a:pt x="276" y="380"/>
                    <a:pt x="274" y="344"/>
                    <a:pt x="253" y="317"/>
                  </a:cubicBezTo>
                  <a:cubicBezTo>
                    <a:pt x="242" y="303"/>
                    <a:pt x="232" y="289"/>
                    <a:pt x="222" y="276"/>
                  </a:cubicBezTo>
                  <a:cubicBezTo>
                    <a:pt x="275" y="223"/>
                    <a:pt x="275" y="223"/>
                    <a:pt x="275" y="223"/>
                  </a:cubicBezTo>
                  <a:cubicBezTo>
                    <a:pt x="289" y="233"/>
                    <a:pt x="302" y="243"/>
                    <a:pt x="316" y="254"/>
                  </a:cubicBezTo>
                  <a:cubicBezTo>
                    <a:pt x="343" y="275"/>
                    <a:pt x="380" y="277"/>
                    <a:pt x="409" y="260"/>
                  </a:cubicBezTo>
                  <a:cubicBezTo>
                    <a:pt x="437" y="244"/>
                    <a:pt x="468" y="232"/>
                    <a:pt x="499" y="223"/>
                  </a:cubicBezTo>
                  <a:cubicBezTo>
                    <a:pt x="532" y="214"/>
                    <a:pt x="556" y="186"/>
                    <a:pt x="560" y="153"/>
                  </a:cubicBezTo>
                  <a:cubicBezTo>
                    <a:pt x="562" y="135"/>
                    <a:pt x="565" y="118"/>
                    <a:pt x="567" y="102"/>
                  </a:cubicBezTo>
                  <a:cubicBezTo>
                    <a:pt x="642" y="102"/>
                    <a:pt x="642" y="102"/>
                    <a:pt x="642" y="102"/>
                  </a:cubicBezTo>
                  <a:cubicBezTo>
                    <a:pt x="645" y="118"/>
                    <a:pt x="647" y="135"/>
                    <a:pt x="649" y="153"/>
                  </a:cubicBezTo>
                  <a:cubicBezTo>
                    <a:pt x="654" y="186"/>
                    <a:pt x="678" y="214"/>
                    <a:pt x="710" y="223"/>
                  </a:cubicBezTo>
                  <a:cubicBezTo>
                    <a:pt x="742" y="232"/>
                    <a:pt x="772" y="244"/>
                    <a:pt x="800" y="260"/>
                  </a:cubicBezTo>
                  <a:cubicBezTo>
                    <a:pt x="830" y="277"/>
                    <a:pt x="866" y="275"/>
                    <a:pt x="893" y="254"/>
                  </a:cubicBezTo>
                  <a:cubicBezTo>
                    <a:pt x="907" y="243"/>
                    <a:pt x="921" y="233"/>
                    <a:pt x="934" y="223"/>
                  </a:cubicBezTo>
                  <a:cubicBezTo>
                    <a:pt x="987" y="276"/>
                    <a:pt x="987" y="276"/>
                    <a:pt x="987" y="276"/>
                  </a:cubicBezTo>
                  <a:cubicBezTo>
                    <a:pt x="977" y="289"/>
                    <a:pt x="967" y="303"/>
                    <a:pt x="956" y="317"/>
                  </a:cubicBezTo>
                  <a:cubicBezTo>
                    <a:pt x="935" y="344"/>
                    <a:pt x="933" y="380"/>
                    <a:pt x="950" y="410"/>
                  </a:cubicBezTo>
                  <a:cubicBezTo>
                    <a:pt x="966" y="438"/>
                    <a:pt x="978" y="468"/>
                    <a:pt x="987" y="500"/>
                  </a:cubicBezTo>
                  <a:cubicBezTo>
                    <a:pt x="996" y="532"/>
                    <a:pt x="1024" y="556"/>
                    <a:pt x="1057" y="561"/>
                  </a:cubicBezTo>
                  <a:cubicBezTo>
                    <a:pt x="1075" y="563"/>
                    <a:pt x="1092" y="565"/>
                    <a:pt x="1108" y="568"/>
                  </a:cubicBezTo>
                  <a:cubicBezTo>
                    <a:pt x="1108" y="643"/>
                    <a:pt x="1108" y="643"/>
                    <a:pt x="1108" y="64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" name="Freeform 28">
              <a:extLst>
                <a:ext uri="{FF2B5EF4-FFF2-40B4-BE49-F238E27FC236}">
                  <a16:creationId xmlns:a16="http://schemas.microsoft.com/office/drawing/2014/main" id="{DD309EA6-CBA4-425B-4056-DE65AFA3AD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12912" y="3606800"/>
              <a:ext cx="476250" cy="476250"/>
            </a:xfrm>
            <a:custGeom>
              <a:avLst/>
              <a:gdLst>
                <a:gd name="T0" fmla="*/ 216 w 431"/>
                <a:gd name="T1" fmla="*/ 0 h 431"/>
                <a:gd name="T2" fmla="*/ 0 w 431"/>
                <a:gd name="T3" fmla="*/ 215 h 431"/>
                <a:gd name="T4" fmla="*/ 216 w 431"/>
                <a:gd name="T5" fmla="*/ 431 h 431"/>
                <a:gd name="T6" fmla="*/ 431 w 431"/>
                <a:gd name="T7" fmla="*/ 215 h 431"/>
                <a:gd name="T8" fmla="*/ 216 w 431"/>
                <a:gd name="T9" fmla="*/ 0 h 431"/>
                <a:gd name="T10" fmla="*/ 216 w 431"/>
                <a:gd name="T11" fmla="*/ 335 h 431"/>
                <a:gd name="T12" fmla="*/ 96 w 431"/>
                <a:gd name="T13" fmla="*/ 215 h 431"/>
                <a:gd name="T14" fmla="*/ 216 w 431"/>
                <a:gd name="T15" fmla="*/ 95 h 431"/>
                <a:gd name="T16" fmla="*/ 335 w 431"/>
                <a:gd name="T17" fmla="*/ 215 h 431"/>
                <a:gd name="T18" fmla="*/ 216 w 431"/>
                <a:gd name="T19" fmla="*/ 335 h 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1" h="431">
                  <a:moveTo>
                    <a:pt x="216" y="0"/>
                  </a:moveTo>
                  <a:cubicBezTo>
                    <a:pt x="97" y="0"/>
                    <a:pt x="0" y="96"/>
                    <a:pt x="0" y="215"/>
                  </a:cubicBezTo>
                  <a:cubicBezTo>
                    <a:pt x="0" y="334"/>
                    <a:pt x="97" y="431"/>
                    <a:pt x="216" y="431"/>
                  </a:cubicBezTo>
                  <a:cubicBezTo>
                    <a:pt x="335" y="431"/>
                    <a:pt x="431" y="334"/>
                    <a:pt x="431" y="215"/>
                  </a:cubicBezTo>
                  <a:cubicBezTo>
                    <a:pt x="431" y="96"/>
                    <a:pt x="335" y="0"/>
                    <a:pt x="216" y="0"/>
                  </a:cubicBezTo>
                  <a:close/>
                  <a:moveTo>
                    <a:pt x="216" y="335"/>
                  </a:moveTo>
                  <a:cubicBezTo>
                    <a:pt x="150" y="335"/>
                    <a:pt x="96" y="281"/>
                    <a:pt x="96" y="215"/>
                  </a:cubicBezTo>
                  <a:cubicBezTo>
                    <a:pt x="96" y="149"/>
                    <a:pt x="150" y="95"/>
                    <a:pt x="216" y="95"/>
                  </a:cubicBezTo>
                  <a:cubicBezTo>
                    <a:pt x="282" y="95"/>
                    <a:pt x="335" y="149"/>
                    <a:pt x="335" y="215"/>
                  </a:cubicBezTo>
                  <a:cubicBezTo>
                    <a:pt x="335" y="281"/>
                    <a:pt x="282" y="335"/>
                    <a:pt x="216" y="33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6BF94E3-A896-9D88-D784-933E3FAFB066}"/>
              </a:ext>
            </a:extLst>
          </p:cNvPr>
          <p:cNvGrpSpPr/>
          <p:nvPr/>
        </p:nvGrpSpPr>
        <p:grpSpPr>
          <a:xfrm>
            <a:off x="9447252" y="3725971"/>
            <a:ext cx="350408" cy="350408"/>
            <a:chOff x="-2546350" y="3163888"/>
            <a:chExt cx="2635250" cy="2635249"/>
          </a:xfrm>
          <a:solidFill>
            <a:schemeClr val="bg1"/>
          </a:solidFill>
        </p:grpSpPr>
        <p:sp>
          <p:nvSpPr>
            <p:cNvPr id="75" name="Freeform 32">
              <a:extLst>
                <a:ext uri="{FF2B5EF4-FFF2-40B4-BE49-F238E27FC236}">
                  <a16:creationId xmlns:a16="http://schemas.microsoft.com/office/drawing/2014/main" id="{4768FBAF-0D46-185A-5588-FF30A1C9A4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2546350" y="3603625"/>
              <a:ext cx="2197100" cy="2195512"/>
            </a:xfrm>
            <a:custGeom>
              <a:avLst/>
              <a:gdLst>
                <a:gd name="T0" fmla="*/ 853 w 1707"/>
                <a:gd name="T1" fmla="*/ 1707 h 1707"/>
                <a:gd name="T2" fmla="*/ 0 w 1707"/>
                <a:gd name="T3" fmla="*/ 854 h 1707"/>
                <a:gd name="T4" fmla="*/ 853 w 1707"/>
                <a:gd name="T5" fmla="*/ 0 h 1707"/>
                <a:gd name="T6" fmla="*/ 1707 w 1707"/>
                <a:gd name="T7" fmla="*/ 854 h 1707"/>
                <a:gd name="T8" fmla="*/ 853 w 1707"/>
                <a:gd name="T9" fmla="*/ 1707 h 1707"/>
                <a:gd name="T10" fmla="*/ 853 w 1707"/>
                <a:gd name="T11" fmla="*/ 86 h 1707"/>
                <a:gd name="T12" fmla="*/ 85 w 1707"/>
                <a:gd name="T13" fmla="*/ 854 h 1707"/>
                <a:gd name="T14" fmla="*/ 853 w 1707"/>
                <a:gd name="T15" fmla="*/ 1622 h 1707"/>
                <a:gd name="T16" fmla="*/ 1621 w 1707"/>
                <a:gd name="T17" fmla="*/ 854 h 1707"/>
                <a:gd name="T18" fmla="*/ 853 w 1707"/>
                <a:gd name="T19" fmla="*/ 86 h 17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7" h="1707">
                  <a:moveTo>
                    <a:pt x="853" y="1707"/>
                  </a:moveTo>
                  <a:cubicBezTo>
                    <a:pt x="384" y="1707"/>
                    <a:pt x="0" y="1323"/>
                    <a:pt x="0" y="854"/>
                  </a:cubicBezTo>
                  <a:cubicBezTo>
                    <a:pt x="0" y="384"/>
                    <a:pt x="384" y="0"/>
                    <a:pt x="853" y="0"/>
                  </a:cubicBezTo>
                  <a:cubicBezTo>
                    <a:pt x="1323" y="0"/>
                    <a:pt x="1707" y="384"/>
                    <a:pt x="1707" y="854"/>
                  </a:cubicBezTo>
                  <a:cubicBezTo>
                    <a:pt x="1707" y="1323"/>
                    <a:pt x="1323" y="1707"/>
                    <a:pt x="853" y="1707"/>
                  </a:cubicBezTo>
                  <a:close/>
                  <a:moveTo>
                    <a:pt x="853" y="86"/>
                  </a:moveTo>
                  <a:cubicBezTo>
                    <a:pt x="427" y="86"/>
                    <a:pt x="85" y="427"/>
                    <a:pt x="85" y="854"/>
                  </a:cubicBezTo>
                  <a:cubicBezTo>
                    <a:pt x="85" y="1280"/>
                    <a:pt x="427" y="1622"/>
                    <a:pt x="853" y="1622"/>
                  </a:cubicBezTo>
                  <a:cubicBezTo>
                    <a:pt x="1280" y="1622"/>
                    <a:pt x="1621" y="1280"/>
                    <a:pt x="1621" y="854"/>
                  </a:cubicBezTo>
                  <a:cubicBezTo>
                    <a:pt x="1621" y="427"/>
                    <a:pt x="1280" y="86"/>
                    <a:pt x="853" y="8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" name="Freeform 33">
              <a:extLst>
                <a:ext uri="{FF2B5EF4-FFF2-40B4-BE49-F238E27FC236}">
                  <a16:creationId xmlns:a16="http://schemas.microsoft.com/office/drawing/2014/main" id="{F4DF6A97-6DC9-839A-0BB5-B8BFF4ED1D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2162175" y="3987800"/>
              <a:ext cx="1427163" cy="1427162"/>
            </a:xfrm>
            <a:custGeom>
              <a:avLst/>
              <a:gdLst>
                <a:gd name="T0" fmla="*/ 554 w 1109"/>
                <a:gd name="T1" fmla="*/ 1109 h 1109"/>
                <a:gd name="T2" fmla="*/ 0 w 1109"/>
                <a:gd name="T3" fmla="*/ 555 h 1109"/>
                <a:gd name="T4" fmla="*/ 554 w 1109"/>
                <a:gd name="T5" fmla="*/ 0 h 1109"/>
                <a:gd name="T6" fmla="*/ 1109 w 1109"/>
                <a:gd name="T7" fmla="*/ 555 h 1109"/>
                <a:gd name="T8" fmla="*/ 554 w 1109"/>
                <a:gd name="T9" fmla="*/ 1109 h 1109"/>
                <a:gd name="T10" fmla="*/ 554 w 1109"/>
                <a:gd name="T11" fmla="*/ 85 h 1109"/>
                <a:gd name="T12" fmla="*/ 85 w 1109"/>
                <a:gd name="T13" fmla="*/ 555 h 1109"/>
                <a:gd name="T14" fmla="*/ 554 w 1109"/>
                <a:gd name="T15" fmla="*/ 1024 h 1109"/>
                <a:gd name="T16" fmla="*/ 1024 w 1109"/>
                <a:gd name="T17" fmla="*/ 555 h 1109"/>
                <a:gd name="T18" fmla="*/ 554 w 1109"/>
                <a:gd name="T19" fmla="*/ 85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09" h="1109">
                  <a:moveTo>
                    <a:pt x="554" y="1109"/>
                  </a:moveTo>
                  <a:cubicBezTo>
                    <a:pt x="247" y="1109"/>
                    <a:pt x="0" y="862"/>
                    <a:pt x="0" y="555"/>
                  </a:cubicBezTo>
                  <a:cubicBezTo>
                    <a:pt x="0" y="247"/>
                    <a:pt x="247" y="0"/>
                    <a:pt x="554" y="0"/>
                  </a:cubicBezTo>
                  <a:cubicBezTo>
                    <a:pt x="862" y="0"/>
                    <a:pt x="1109" y="247"/>
                    <a:pt x="1109" y="555"/>
                  </a:cubicBezTo>
                  <a:cubicBezTo>
                    <a:pt x="1109" y="862"/>
                    <a:pt x="862" y="1109"/>
                    <a:pt x="554" y="1109"/>
                  </a:cubicBezTo>
                  <a:close/>
                  <a:moveTo>
                    <a:pt x="554" y="85"/>
                  </a:moveTo>
                  <a:cubicBezTo>
                    <a:pt x="298" y="85"/>
                    <a:pt x="85" y="299"/>
                    <a:pt x="85" y="555"/>
                  </a:cubicBezTo>
                  <a:cubicBezTo>
                    <a:pt x="85" y="811"/>
                    <a:pt x="298" y="1024"/>
                    <a:pt x="554" y="1024"/>
                  </a:cubicBezTo>
                  <a:cubicBezTo>
                    <a:pt x="810" y="1024"/>
                    <a:pt x="1024" y="811"/>
                    <a:pt x="1024" y="555"/>
                  </a:cubicBezTo>
                  <a:cubicBezTo>
                    <a:pt x="1024" y="299"/>
                    <a:pt x="810" y="85"/>
                    <a:pt x="554" y="8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" name="Freeform 34">
              <a:extLst>
                <a:ext uri="{FF2B5EF4-FFF2-40B4-BE49-F238E27FC236}">
                  <a16:creationId xmlns:a16="http://schemas.microsoft.com/office/drawing/2014/main" id="{554C2AA7-3B97-9117-6FE1-0E3AE9F14A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778000" y="4371975"/>
              <a:ext cx="658813" cy="658812"/>
            </a:xfrm>
            <a:custGeom>
              <a:avLst/>
              <a:gdLst>
                <a:gd name="T0" fmla="*/ 256 w 512"/>
                <a:gd name="T1" fmla="*/ 512 h 512"/>
                <a:gd name="T2" fmla="*/ 0 w 512"/>
                <a:gd name="T3" fmla="*/ 256 h 512"/>
                <a:gd name="T4" fmla="*/ 256 w 512"/>
                <a:gd name="T5" fmla="*/ 0 h 512"/>
                <a:gd name="T6" fmla="*/ 512 w 512"/>
                <a:gd name="T7" fmla="*/ 256 h 512"/>
                <a:gd name="T8" fmla="*/ 256 w 512"/>
                <a:gd name="T9" fmla="*/ 512 h 512"/>
                <a:gd name="T10" fmla="*/ 256 w 512"/>
                <a:gd name="T11" fmla="*/ 85 h 512"/>
                <a:gd name="T12" fmla="*/ 86 w 512"/>
                <a:gd name="T13" fmla="*/ 256 h 512"/>
                <a:gd name="T14" fmla="*/ 256 w 512"/>
                <a:gd name="T15" fmla="*/ 426 h 512"/>
                <a:gd name="T16" fmla="*/ 427 w 512"/>
                <a:gd name="T17" fmla="*/ 256 h 512"/>
                <a:gd name="T18" fmla="*/ 256 w 512"/>
                <a:gd name="T19" fmla="*/ 85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512"/>
                  </a:moveTo>
                  <a:cubicBezTo>
                    <a:pt x="111" y="512"/>
                    <a:pt x="0" y="401"/>
                    <a:pt x="0" y="256"/>
                  </a:cubicBezTo>
                  <a:cubicBezTo>
                    <a:pt x="0" y="111"/>
                    <a:pt x="111" y="0"/>
                    <a:pt x="256" y="0"/>
                  </a:cubicBezTo>
                  <a:cubicBezTo>
                    <a:pt x="401" y="0"/>
                    <a:pt x="512" y="111"/>
                    <a:pt x="512" y="256"/>
                  </a:cubicBezTo>
                  <a:cubicBezTo>
                    <a:pt x="512" y="401"/>
                    <a:pt x="401" y="512"/>
                    <a:pt x="256" y="512"/>
                  </a:cubicBezTo>
                  <a:close/>
                  <a:moveTo>
                    <a:pt x="256" y="85"/>
                  </a:moveTo>
                  <a:cubicBezTo>
                    <a:pt x="162" y="85"/>
                    <a:pt x="86" y="162"/>
                    <a:pt x="86" y="256"/>
                  </a:cubicBezTo>
                  <a:cubicBezTo>
                    <a:pt x="86" y="350"/>
                    <a:pt x="162" y="426"/>
                    <a:pt x="256" y="426"/>
                  </a:cubicBezTo>
                  <a:cubicBezTo>
                    <a:pt x="350" y="426"/>
                    <a:pt x="427" y="350"/>
                    <a:pt x="427" y="256"/>
                  </a:cubicBezTo>
                  <a:cubicBezTo>
                    <a:pt x="427" y="162"/>
                    <a:pt x="350" y="85"/>
                    <a:pt x="256" y="8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8" name="Freeform 35">
              <a:extLst>
                <a:ext uri="{FF2B5EF4-FFF2-40B4-BE49-F238E27FC236}">
                  <a16:creationId xmlns:a16="http://schemas.microsoft.com/office/drawing/2014/main" id="{5ABBD0FB-9270-203F-5874-96B4762FD5BE}"/>
                </a:ext>
              </a:extLst>
            </p:cNvPr>
            <p:cNvSpPr>
              <a:spLocks/>
            </p:cNvSpPr>
            <p:nvPr/>
          </p:nvSpPr>
          <p:spPr bwMode="auto">
            <a:xfrm>
              <a:off x="-1514475" y="3822700"/>
              <a:ext cx="944563" cy="933450"/>
            </a:xfrm>
            <a:custGeom>
              <a:avLst/>
              <a:gdLst>
                <a:gd name="T0" fmla="*/ 51 w 734"/>
                <a:gd name="T1" fmla="*/ 725 h 725"/>
                <a:gd name="T2" fmla="*/ 17 w 734"/>
                <a:gd name="T3" fmla="*/ 717 h 725"/>
                <a:gd name="T4" fmla="*/ 17 w 734"/>
                <a:gd name="T5" fmla="*/ 657 h 725"/>
                <a:gd name="T6" fmla="*/ 657 w 734"/>
                <a:gd name="T7" fmla="*/ 17 h 725"/>
                <a:gd name="T8" fmla="*/ 717 w 734"/>
                <a:gd name="T9" fmla="*/ 17 h 725"/>
                <a:gd name="T10" fmla="*/ 717 w 734"/>
                <a:gd name="T11" fmla="*/ 77 h 725"/>
                <a:gd name="T12" fmla="*/ 77 w 734"/>
                <a:gd name="T13" fmla="*/ 717 h 725"/>
                <a:gd name="T14" fmla="*/ 51 w 734"/>
                <a:gd name="T15" fmla="*/ 725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34" h="725">
                  <a:moveTo>
                    <a:pt x="51" y="725"/>
                  </a:moveTo>
                  <a:cubicBezTo>
                    <a:pt x="43" y="725"/>
                    <a:pt x="26" y="725"/>
                    <a:pt x="17" y="717"/>
                  </a:cubicBezTo>
                  <a:cubicBezTo>
                    <a:pt x="0" y="700"/>
                    <a:pt x="0" y="674"/>
                    <a:pt x="17" y="657"/>
                  </a:cubicBezTo>
                  <a:cubicBezTo>
                    <a:pt x="657" y="17"/>
                    <a:pt x="657" y="17"/>
                    <a:pt x="657" y="17"/>
                  </a:cubicBezTo>
                  <a:cubicBezTo>
                    <a:pt x="674" y="0"/>
                    <a:pt x="700" y="0"/>
                    <a:pt x="717" y="17"/>
                  </a:cubicBezTo>
                  <a:cubicBezTo>
                    <a:pt x="734" y="34"/>
                    <a:pt x="734" y="60"/>
                    <a:pt x="717" y="77"/>
                  </a:cubicBezTo>
                  <a:cubicBezTo>
                    <a:pt x="77" y="717"/>
                    <a:pt x="77" y="717"/>
                    <a:pt x="77" y="717"/>
                  </a:cubicBezTo>
                  <a:cubicBezTo>
                    <a:pt x="77" y="725"/>
                    <a:pt x="60" y="725"/>
                    <a:pt x="51" y="72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9" name="Freeform 36">
              <a:extLst>
                <a:ext uri="{FF2B5EF4-FFF2-40B4-BE49-F238E27FC236}">
                  <a16:creationId xmlns:a16="http://schemas.microsoft.com/office/drawing/2014/main" id="{F5FABC92-1C89-A674-ACA8-C610B63033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679450" y="3163888"/>
              <a:ext cx="768350" cy="768350"/>
            </a:xfrm>
            <a:custGeom>
              <a:avLst/>
              <a:gdLst>
                <a:gd name="T0" fmla="*/ 256 w 597"/>
                <a:gd name="T1" fmla="*/ 597 h 597"/>
                <a:gd name="T2" fmla="*/ 42 w 597"/>
                <a:gd name="T3" fmla="*/ 597 h 597"/>
                <a:gd name="T4" fmla="*/ 0 w 597"/>
                <a:gd name="T5" fmla="*/ 555 h 597"/>
                <a:gd name="T6" fmla="*/ 0 w 597"/>
                <a:gd name="T7" fmla="*/ 341 h 597"/>
                <a:gd name="T8" fmla="*/ 8 w 597"/>
                <a:gd name="T9" fmla="*/ 307 h 597"/>
                <a:gd name="T10" fmla="*/ 307 w 597"/>
                <a:gd name="T11" fmla="*/ 9 h 597"/>
                <a:gd name="T12" fmla="*/ 358 w 597"/>
                <a:gd name="T13" fmla="*/ 0 h 597"/>
                <a:gd name="T14" fmla="*/ 384 w 597"/>
                <a:gd name="T15" fmla="*/ 43 h 597"/>
                <a:gd name="T16" fmla="*/ 384 w 597"/>
                <a:gd name="T17" fmla="*/ 213 h 597"/>
                <a:gd name="T18" fmla="*/ 554 w 597"/>
                <a:gd name="T19" fmla="*/ 213 h 597"/>
                <a:gd name="T20" fmla="*/ 597 w 597"/>
                <a:gd name="T21" fmla="*/ 239 h 597"/>
                <a:gd name="T22" fmla="*/ 588 w 597"/>
                <a:gd name="T23" fmla="*/ 290 h 597"/>
                <a:gd name="T24" fmla="*/ 290 w 597"/>
                <a:gd name="T25" fmla="*/ 589 h 597"/>
                <a:gd name="T26" fmla="*/ 256 w 597"/>
                <a:gd name="T27" fmla="*/ 597 h 597"/>
                <a:gd name="T28" fmla="*/ 85 w 597"/>
                <a:gd name="T29" fmla="*/ 512 h 597"/>
                <a:gd name="T30" fmla="*/ 239 w 597"/>
                <a:gd name="T31" fmla="*/ 512 h 597"/>
                <a:gd name="T32" fmla="*/ 452 w 597"/>
                <a:gd name="T33" fmla="*/ 299 h 597"/>
                <a:gd name="T34" fmla="*/ 341 w 597"/>
                <a:gd name="T35" fmla="*/ 299 h 597"/>
                <a:gd name="T36" fmla="*/ 298 w 597"/>
                <a:gd name="T37" fmla="*/ 256 h 597"/>
                <a:gd name="T38" fmla="*/ 298 w 597"/>
                <a:gd name="T39" fmla="*/ 145 h 597"/>
                <a:gd name="T40" fmla="*/ 85 w 597"/>
                <a:gd name="T41" fmla="*/ 358 h 597"/>
                <a:gd name="T42" fmla="*/ 85 w 597"/>
                <a:gd name="T43" fmla="*/ 512 h 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7" h="597">
                  <a:moveTo>
                    <a:pt x="256" y="597"/>
                  </a:moveTo>
                  <a:cubicBezTo>
                    <a:pt x="42" y="597"/>
                    <a:pt x="42" y="597"/>
                    <a:pt x="42" y="597"/>
                  </a:cubicBezTo>
                  <a:cubicBezTo>
                    <a:pt x="17" y="597"/>
                    <a:pt x="0" y="580"/>
                    <a:pt x="0" y="555"/>
                  </a:cubicBezTo>
                  <a:cubicBezTo>
                    <a:pt x="0" y="341"/>
                    <a:pt x="0" y="341"/>
                    <a:pt x="0" y="341"/>
                  </a:cubicBezTo>
                  <a:cubicBezTo>
                    <a:pt x="0" y="333"/>
                    <a:pt x="8" y="316"/>
                    <a:pt x="8" y="307"/>
                  </a:cubicBezTo>
                  <a:cubicBezTo>
                    <a:pt x="307" y="9"/>
                    <a:pt x="307" y="9"/>
                    <a:pt x="307" y="9"/>
                  </a:cubicBezTo>
                  <a:cubicBezTo>
                    <a:pt x="324" y="0"/>
                    <a:pt x="341" y="0"/>
                    <a:pt x="358" y="0"/>
                  </a:cubicBezTo>
                  <a:cubicBezTo>
                    <a:pt x="375" y="9"/>
                    <a:pt x="384" y="26"/>
                    <a:pt x="384" y="43"/>
                  </a:cubicBezTo>
                  <a:cubicBezTo>
                    <a:pt x="384" y="213"/>
                    <a:pt x="384" y="213"/>
                    <a:pt x="384" y="213"/>
                  </a:cubicBezTo>
                  <a:cubicBezTo>
                    <a:pt x="554" y="213"/>
                    <a:pt x="554" y="213"/>
                    <a:pt x="554" y="213"/>
                  </a:cubicBezTo>
                  <a:cubicBezTo>
                    <a:pt x="571" y="213"/>
                    <a:pt x="588" y="222"/>
                    <a:pt x="597" y="239"/>
                  </a:cubicBezTo>
                  <a:cubicBezTo>
                    <a:pt x="597" y="256"/>
                    <a:pt x="597" y="273"/>
                    <a:pt x="588" y="290"/>
                  </a:cubicBezTo>
                  <a:cubicBezTo>
                    <a:pt x="290" y="589"/>
                    <a:pt x="290" y="589"/>
                    <a:pt x="290" y="589"/>
                  </a:cubicBezTo>
                  <a:cubicBezTo>
                    <a:pt x="281" y="589"/>
                    <a:pt x="264" y="597"/>
                    <a:pt x="256" y="597"/>
                  </a:cubicBezTo>
                  <a:close/>
                  <a:moveTo>
                    <a:pt x="85" y="512"/>
                  </a:moveTo>
                  <a:cubicBezTo>
                    <a:pt x="239" y="512"/>
                    <a:pt x="239" y="512"/>
                    <a:pt x="239" y="512"/>
                  </a:cubicBezTo>
                  <a:cubicBezTo>
                    <a:pt x="452" y="299"/>
                    <a:pt x="452" y="299"/>
                    <a:pt x="452" y="299"/>
                  </a:cubicBezTo>
                  <a:cubicBezTo>
                    <a:pt x="341" y="299"/>
                    <a:pt x="341" y="299"/>
                    <a:pt x="341" y="299"/>
                  </a:cubicBezTo>
                  <a:cubicBezTo>
                    <a:pt x="315" y="299"/>
                    <a:pt x="298" y="282"/>
                    <a:pt x="298" y="256"/>
                  </a:cubicBezTo>
                  <a:cubicBezTo>
                    <a:pt x="298" y="145"/>
                    <a:pt x="298" y="145"/>
                    <a:pt x="298" y="145"/>
                  </a:cubicBezTo>
                  <a:cubicBezTo>
                    <a:pt x="85" y="358"/>
                    <a:pt x="85" y="358"/>
                    <a:pt x="85" y="358"/>
                  </a:cubicBezTo>
                  <a:lnTo>
                    <a:pt x="85" y="51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80" name="Título 1">
            <a:extLst>
              <a:ext uri="{FF2B5EF4-FFF2-40B4-BE49-F238E27FC236}">
                <a16:creationId xmlns:a16="http://schemas.microsoft.com/office/drawing/2014/main" id="{E0321383-75B8-47F7-BFA2-35C3D9CFF9AB}"/>
              </a:ext>
            </a:extLst>
          </p:cNvPr>
          <p:cNvSpPr txBox="1">
            <a:spLocks/>
          </p:cNvSpPr>
          <p:nvPr/>
        </p:nvSpPr>
        <p:spPr>
          <a:xfrm>
            <a:off x="2473964" y="349768"/>
            <a:ext cx="7663146" cy="6255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AR" sz="2800" b="1" dirty="0">
                <a:solidFill>
                  <a:srgbClr val="002060"/>
                </a:solidFill>
                <a:latin typeface="Raleway" panose="020B0604020202020204" pitchFamily="2" charset="0"/>
              </a:rPr>
              <a:t>Beneficios tangibles de la Certificación</a:t>
            </a:r>
            <a:endParaRPr lang="es-AR" sz="2800" dirty="0">
              <a:solidFill>
                <a:srgbClr val="002060"/>
              </a:solidFill>
            </a:endParaRPr>
          </a:p>
        </p:txBody>
      </p:sp>
      <p:sp>
        <p:nvSpPr>
          <p:cNvPr id="82" name="Título 1">
            <a:extLst>
              <a:ext uri="{FF2B5EF4-FFF2-40B4-BE49-F238E27FC236}">
                <a16:creationId xmlns:a16="http://schemas.microsoft.com/office/drawing/2014/main" id="{CEB5D7CC-26D9-4A09-896E-B16F72F6D391}"/>
              </a:ext>
            </a:extLst>
          </p:cNvPr>
          <p:cNvSpPr txBox="1">
            <a:spLocks/>
          </p:cNvSpPr>
          <p:nvPr/>
        </p:nvSpPr>
        <p:spPr>
          <a:xfrm>
            <a:off x="9883241" y="1"/>
            <a:ext cx="2237381" cy="457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AR" sz="2000" b="1" dirty="0">
                <a:solidFill>
                  <a:srgbClr val="002060"/>
                </a:solidFill>
                <a:latin typeface="Raleway" panose="020B0604020202020204" pitchFamily="2" charset="0"/>
              </a:rPr>
              <a:t>Silver Standard</a:t>
            </a:r>
            <a:endParaRPr lang="es-AR" sz="2000" dirty="0">
              <a:solidFill>
                <a:srgbClr val="002060"/>
              </a:solidFill>
            </a:endParaRPr>
          </a:p>
        </p:txBody>
      </p:sp>
      <p:pic>
        <p:nvPicPr>
          <p:cNvPr id="83" name="Imagen 82" descr="Texto&#10;&#10;El contenido generado por IA puede ser incorrecto.">
            <a:extLst>
              <a:ext uri="{FF2B5EF4-FFF2-40B4-BE49-F238E27FC236}">
                <a16:creationId xmlns:a16="http://schemas.microsoft.com/office/drawing/2014/main" id="{FD673B90-F7F4-4765-87ED-75C8D1BC6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5794" y="-629855"/>
            <a:ext cx="1761281" cy="176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3883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831F1A-CC8C-483D-B53C-2BCEB64B8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4446" y="2947973"/>
            <a:ext cx="11563108" cy="962054"/>
          </a:xfrm>
        </p:spPr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AR" b="1" dirty="0">
                <a:solidFill>
                  <a:srgbClr val="002060"/>
                </a:solidFill>
                <a:latin typeface="Raleway" panose="020B0604020202020204" pitchFamily="2" charset="0"/>
              </a:rPr>
              <a:t>La certificación</a:t>
            </a:r>
            <a:endParaRPr lang="es-AR" dirty="0">
              <a:solidFill>
                <a:srgbClr val="002060"/>
              </a:solidFill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F54FA0EB-EB2F-48EB-9E4F-3DF5D096D96A}"/>
              </a:ext>
            </a:extLst>
          </p:cNvPr>
          <p:cNvSpPr txBox="1">
            <a:spLocks/>
          </p:cNvSpPr>
          <p:nvPr/>
        </p:nvSpPr>
        <p:spPr>
          <a:xfrm>
            <a:off x="9883241" y="1"/>
            <a:ext cx="2237381" cy="457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AR" sz="2000" b="1" dirty="0">
                <a:solidFill>
                  <a:srgbClr val="002060"/>
                </a:solidFill>
                <a:latin typeface="Raleway" panose="020B0604020202020204" pitchFamily="2" charset="0"/>
              </a:rPr>
              <a:t>Silver Standard</a:t>
            </a:r>
            <a:endParaRPr lang="es-AR" sz="2000" dirty="0">
              <a:solidFill>
                <a:srgbClr val="002060"/>
              </a:solidFill>
            </a:endParaRPr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9E55F05F-E41A-4AE4-9206-2513FCBD5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5794" y="-629855"/>
            <a:ext cx="1761281" cy="176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7070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 28">
            <a:extLst>
              <a:ext uri="{FF2B5EF4-FFF2-40B4-BE49-F238E27FC236}">
                <a16:creationId xmlns:a16="http://schemas.microsoft.com/office/drawing/2014/main" id="{AD02CB7B-9045-6244-A786-99DC930249CB}"/>
              </a:ext>
            </a:extLst>
          </p:cNvPr>
          <p:cNvSpPr/>
          <p:nvPr/>
        </p:nvSpPr>
        <p:spPr>
          <a:xfrm>
            <a:off x="0" y="2954"/>
            <a:ext cx="12192000" cy="6852977"/>
          </a:xfrm>
          <a:custGeom>
            <a:avLst/>
            <a:gdLst>
              <a:gd name="connsiteX0" fmla="*/ 8577151 w 9144000"/>
              <a:gd name="connsiteY0" fmla="*/ 0 h 5139733"/>
              <a:gd name="connsiteX1" fmla="*/ 566848 w 9144000"/>
              <a:gd name="connsiteY1" fmla="*/ 0 h 5139733"/>
              <a:gd name="connsiteX2" fmla="*/ 0 w 9144000"/>
              <a:gd name="connsiteY2" fmla="*/ 0 h 5139733"/>
              <a:gd name="connsiteX3" fmla="*/ 0 w 9144000"/>
              <a:gd name="connsiteY3" fmla="*/ 112210 h 5139733"/>
              <a:gd name="connsiteX4" fmla="*/ 0 w 9144000"/>
              <a:gd name="connsiteY4" fmla="*/ 224419 h 5139733"/>
              <a:gd name="connsiteX5" fmla="*/ 0 w 9144000"/>
              <a:gd name="connsiteY5" fmla="*/ 567024 h 5139733"/>
              <a:gd name="connsiteX6" fmla="*/ 0 w 9144000"/>
              <a:gd name="connsiteY6" fmla="*/ 4571382 h 5139733"/>
              <a:gd name="connsiteX7" fmla="*/ 0 w 9144000"/>
              <a:gd name="connsiteY7" fmla="*/ 4915979 h 5139733"/>
              <a:gd name="connsiteX8" fmla="*/ 0 w 9144000"/>
              <a:gd name="connsiteY8" fmla="*/ 5137742 h 5139733"/>
              <a:gd name="connsiteX9" fmla="*/ 0 w 9144000"/>
              <a:gd name="connsiteY9" fmla="*/ 5139734 h 5139733"/>
              <a:gd name="connsiteX10" fmla="*/ 223948 w 9144000"/>
              <a:gd name="connsiteY10" fmla="*/ 5139734 h 5139733"/>
              <a:gd name="connsiteX11" fmla="*/ 8920052 w 9144000"/>
              <a:gd name="connsiteY11" fmla="*/ 5139734 h 5139733"/>
              <a:gd name="connsiteX12" fmla="*/ 9144000 w 9144000"/>
              <a:gd name="connsiteY12" fmla="*/ 5139734 h 5139733"/>
              <a:gd name="connsiteX13" fmla="*/ 9144000 w 9144000"/>
              <a:gd name="connsiteY13" fmla="*/ 5137742 h 5139733"/>
              <a:gd name="connsiteX14" fmla="*/ 9144000 w 9144000"/>
              <a:gd name="connsiteY14" fmla="*/ 4915979 h 5139733"/>
              <a:gd name="connsiteX15" fmla="*/ 9144000 w 9144000"/>
              <a:gd name="connsiteY15" fmla="*/ 4571382 h 5139733"/>
              <a:gd name="connsiteX16" fmla="*/ 9144000 w 9144000"/>
              <a:gd name="connsiteY16" fmla="*/ 566360 h 5139733"/>
              <a:gd name="connsiteX17" fmla="*/ 9144000 w 9144000"/>
              <a:gd name="connsiteY17" fmla="*/ 223755 h 5139733"/>
              <a:gd name="connsiteX18" fmla="*/ 9144000 w 9144000"/>
              <a:gd name="connsiteY18" fmla="*/ 112210 h 5139733"/>
              <a:gd name="connsiteX19" fmla="*/ 9144000 w 9144000"/>
              <a:gd name="connsiteY19" fmla="*/ 0 h 5139733"/>
              <a:gd name="connsiteX20" fmla="*/ 8577151 w 9144000"/>
              <a:gd name="connsiteY20" fmla="*/ 0 h 5139733"/>
              <a:gd name="connsiteX21" fmla="*/ 8920052 w 9144000"/>
              <a:gd name="connsiteY21" fmla="*/ 4616532 h 5139733"/>
              <a:gd name="connsiteX22" fmla="*/ 8622340 w 9144000"/>
              <a:gd name="connsiteY22" fmla="*/ 4915315 h 5139733"/>
              <a:gd name="connsiteX23" fmla="*/ 521660 w 9144000"/>
              <a:gd name="connsiteY23" fmla="*/ 4915315 h 5139733"/>
              <a:gd name="connsiteX24" fmla="*/ 223948 w 9144000"/>
              <a:gd name="connsiteY24" fmla="*/ 4616532 h 5139733"/>
              <a:gd name="connsiteX25" fmla="*/ 223948 w 9144000"/>
              <a:gd name="connsiteY25" fmla="*/ 520547 h 5139733"/>
              <a:gd name="connsiteX26" fmla="*/ 520995 w 9144000"/>
              <a:gd name="connsiteY26" fmla="*/ 223755 h 5139733"/>
              <a:gd name="connsiteX27" fmla="*/ 8623004 w 9144000"/>
              <a:gd name="connsiteY27" fmla="*/ 223755 h 5139733"/>
              <a:gd name="connsiteX28" fmla="*/ 8920052 w 9144000"/>
              <a:gd name="connsiteY28" fmla="*/ 520547 h 5139733"/>
              <a:gd name="connsiteX29" fmla="*/ 8920052 w 9144000"/>
              <a:gd name="connsiteY29" fmla="*/ 4616532 h 513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9144000" h="5139733">
                <a:moveTo>
                  <a:pt x="8577151" y="0"/>
                </a:moveTo>
                <a:lnTo>
                  <a:pt x="566848" y="0"/>
                </a:lnTo>
                <a:lnTo>
                  <a:pt x="0" y="0"/>
                </a:lnTo>
                <a:lnTo>
                  <a:pt x="0" y="112210"/>
                </a:lnTo>
                <a:lnTo>
                  <a:pt x="0" y="224419"/>
                </a:lnTo>
                <a:lnTo>
                  <a:pt x="0" y="567024"/>
                </a:lnTo>
                <a:lnTo>
                  <a:pt x="0" y="4571382"/>
                </a:lnTo>
                <a:lnTo>
                  <a:pt x="0" y="4915979"/>
                </a:lnTo>
                <a:lnTo>
                  <a:pt x="0" y="5137742"/>
                </a:lnTo>
                <a:lnTo>
                  <a:pt x="0" y="5139734"/>
                </a:lnTo>
                <a:lnTo>
                  <a:pt x="223948" y="5139734"/>
                </a:lnTo>
                <a:lnTo>
                  <a:pt x="8920052" y="5139734"/>
                </a:lnTo>
                <a:lnTo>
                  <a:pt x="9144000" y="5139734"/>
                </a:lnTo>
                <a:lnTo>
                  <a:pt x="9144000" y="5137742"/>
                </a:lnTo>
                <a:lnTo>
                  <a:pt x="9144000" y="4915979"/>
                </a:lnTo>
                <a:lnTo>
                  <a:pt x="9144000" y="4571382"/>
                </a:lnTo>
                <a:lnTo>
                  <a:pt x="9144000" y="566360"/>
                </a:lnTo>
                <a:lnTo>
                  <a:pt x="9144000" y="223755"/>
                </a:lnTo>
                <a:lnTo>
                  <a:pt x="9144000" y="112210"/>
                </a:lnTo>
                <a:lnTo>
                  <a:pt x="9144000" y="0"/>
                </a:lnTo>
                <a:lnTo>
                  <a:pt x="8577151" y="0"/>
                </a:lnTo>
                <a:close/>
                <a:moveTo>
                  <a:pt x="8920052" y="4616532"/>
                </a:moveTo>
                <a:cubicBezTo>
                  <a:pt x="8786480" y="4674296"/>
                  <a:pt x="8679490" y="4781194"/>
                  <a:pt x="8622340" y="4915315"/>
                </a:cubicBezTo>
                <a:lnTo>
                  <a:pt x="521660" y="4915315"/>
                </a:lnTo>
                <a:cubicBezTo>
                  <a:pt x="464510" y="4781194"/>
                  <a:pt x="357520" y="4674296"/>
                  <a:pt x="223948" y="4616532"/>
                </a:cubicBezTo>
                <a:lnTo>
                  <a:pt x="223948" y="520547"/>
                </a:lnTo>
                <a:cubicBezTo>
                  <a:pt x="356855" y="463446"/>
                  <a:pt x="463845" y="356548"/>
                  <a:pt x="520995" y="223755"/>
                </a:cubicBezTo>
                <a:lnTo>
                  <a:pt x="8623004" y="223755"/>
                </a:lnTo>
                <a:cubicBezTo>
                  <a:pt x="8680154" y="356548"/>
                  <a:pt x="8787145" y="463446"/>
                  <a:pt x="8920052" y="520547"/>
                </a:cubicBezTo>
                <a:lnTo>
                  <a:pt x="8920052" y="4616532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 w="6645" cap="flat">
            <a:noFill/>
            <a:prstDash val="solid"/>
            <a:miter/>
          </a:ln>
        </p:spPr>
        <p:txBody>
          <a:bodyPr rtlCol="0" anchor="ctr"/>
          <a:lstStyle/>
          <a:p>
            <a:endParaRPr lang="en-BR" sz="240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467035CA-AFCC-1B47-9B33-6A6CC185E68C}"/>
              </a:ext>
            </a:extLst>
          </p:cNvPr>
          <p:cNvSpPr/>
          <p:nvPr/>
        </p:nvSpPr>
        <p:spPr>
          <a:xfrm>
            <a:off x="147825" y="165846"/>
            <a:ext cx="11956311" cy="6523652"/>
          </a:xfrm>
          <a:custGeom>
            <a:avLst/>
            <a:gdLst>
              <a:gd name="connsiteX0" fmla="*/ 8967233 w 8967233"/>
              <a:gd name="connsiteY0" fmla="*/ 4892740 h 4892739"/>
              <a:gd name="connsiteX1" fmla="*/ 0 w 8967233"/>
              <a:gd name="connsiteY1" fmla="*/ 4892740 h 4892739"/>
              <a:gd name="connsiteX2" fmla="*/ 0 w 8967233"/>
              <a:gd name="connsiteY2" fmla="*/ 0 h 4892739"/>
              <a:gd name="connsiteX3" fmla="*/ 8967233 w 8967233"/>
              <a:gd name="connsiteY3" fmla="*/ 0 h 4892739"/>
              <a:gd name="connsiteX4" fmla="*/ 8967233 w 8967233"/>
              <a:gd name="connsiteY4" fmla="*/ 4892740 h 4892739"/>
              <a:gd name="connsiteX5" fmla="*/ 6645 w 8967233"/>
              <a:gd name="connsiteY5" fmla="*/ 4886100 h 4892739"/>
              <a:gd name="connsiteX6" fmla="*/ 8960588 w 8967233"/>
              <a:gd name="connsiteY6" fmla="*/ 4886100 h 4892739"/>
              <a:gd name="connsiteX7" fmla="*/ 8960588 w 8967233"/>
              <a:gd name="connsiteY7" fmla="*/ 6640 h 4892739"/>
              <a:gd name="connsiteX8" fmla="*/ 6645 w 8967233"/>
              <a:gd name="connsiteY8" fmla="*/ 6640 h 4892739"/>
              <a:gd name="connsiteX9" fmla="*/ 6645 w 8967233"/>
              <a:gd name="connsiteY9" fmla="*/ 4886100 h 489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67233" h="4892739">
                <a:moveTo>
                  <a:pt x="8967233" y="4892740"/>
                </a:moveTo>
                <a:lnTo>
                  <a:pt x="0" y="4892740"/>
                </a:lnTo>
                <a:lnTo>
                  <a:pt x="0" y="0"/>
                </a:lnTo>
                <a:lnTo>
                  <a:pt x="8967233" y="0"/>
                </a:lnTo>
                <a:lnTo>
                  <a:pt x="8967233" y="4892740"/>
                </a:lnTo>
                <a:close/>
                <a:moveTo>
                  <a:pt x="6645" y="4886100"/>
                </a:moveTo>
                <a:lnTo>
                  <a:pt x="8960588" y="4886100"/>
                </a:lnTo>
                <a:lnTo>
                  <a:pt x="8960588" y="6640"/>
                </a:lnTo>
                <a:lnTo>
                  <a:pt x="6645" y="6640"/>
                </a:lnTo>
                <a:lnTo>
                  <a:pt x="6645" y="48861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 w="6645" cap="flat">
            <a:noFill/>
            <a:prstDash val="solid"/>
            <a:miter/>
          </a:ln>
        </p:spPr>
        <p:txBody>
          <a:bodyPr rtlCol="0" anchor="ctr"/>
          <a:lstStyle/>
          <a:p>
            <a:endParaRPr lang="en-BR" sz="2400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4F72689A-CBAD-064B-8B21-9C8984657601}"/>
              </a:ext>
            </a:extLst>
          </p:cNvPr>
          <p:cNvSpPr/>
          <p:nvPr/>
        </p:nvSpPr>
        <p:spPr>
          <a:xfrm>
            <a:off x="193013" y="118926"/>
            <a:ext cx="11865935" cy="6617492"/>
          </a:xfrm>
          <a:custGeom>
            <a:avLst/>
            <a:gdLst>
              <a:gd name="connsiteX0" fmla="*/ 8899451 w 8899451"/>
              <a:gd name="connsiteY0" fmla="*/ 4963120 h 4963119"/>
              <a:gd name="connsiteX1" fmla="*/ 0 w 8899451"/>
              <a:gd name="connsiteY1" fmla="*/ 4963120 h 4963119"/>
              <a:gd name="connsiteX2" fmla="*/ 0 w 8899451"/>
              <a:gd name="connsiteY2" fmla="*/ 0 h 4963119"/>
              <a:gd name="connsiteX3" fmla="*/ 8899451 w 8899451"/>
              <a:gd name="connsiteY3" fmla="*/ 0 h 4963119"/>
              <a:gd name="connsiteX4" fmla="*/ 8899451 w 8899451"/>
              <a:gd name="connsiteY4" fmla="*/ 4963120 h 4963119"/>
              <a:gd name="connsiteX5" fmla="*/ 6645 w 8899451"/>
              <a:gd name="connsiteY5" fmla="*/ 4956480 h 4963119"/>
              <a:gd name="connsiteX6" fmla="*/ 8892806 w 8899451"/>
              <a:gd name="connsiteY6" fmla="*/ 4956480 h 4963119"/>
              <a:gd name="connsiteX7" fmla="*/ 8892806 w 8899451"/>
              <a:gd name="connsiteY7" fmla="*/ 6640 h 4963119"/>
              <a:gd name="connsiteX8" fmla="*/ 6645 w 8899451"/>
              <a:gd name="connsiteY8" fmla="*/ 6640 h 4963119"/>
              <a:gd name="connsiteX9" fmla="*/ 6645 w 8899451"/>
              <a:gd name="connsiteY9" fmla="*/ 4956480 h 4963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899451" h="4963119">
                <a:moveTo>
                  <a:pt x="8899451" y="4963120"/>
                </a:moveTo>
                <a:lnTo>
                  <a:pt x="0" y="4963120"/>
                </a:lnTo>
                <a:lnTo>
                  <a:pt x="0" y="0"/>
                </a:lnTo>
                <a:lnTo>
                  <a:pt x="8899451" y="0"/>
                </a:lnTo>
                <a:lnTo>
                  <a:pt x="8899451" y="4963120"/>
                </a:lnTo>
                <a:close/>
                <a:moveTo>
                  <a:pt x="6645" y="4956480"/>
                </a:moveTo>
                <a:lnTo>
                  <a:pt x="8892806" y="4956480"/>
                </a:lnTo>
                <a:lnTo>
                  <a:pt x="8892806" y="6640"/>
                </a:lnTo>
                <a:lnTo>
                  <a:pt x="6645" y="6640"/>
                </a:lnTo>
                <a:lnTo>
                  <a:pt x="6645" y="495648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 w="6645" cap="flat">
            <a:noFill/>
            <a:prstDash val="solid"/>
            <a:miter/>
          </a:ln>
        </p:spPr>
        <p:txBody>
          <a:bodyPr rtlCol="0" anchor="ctr"/>
          <a:lstStyle/>
          <a:p>
            <a:endParaRPr lang="en-BR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D6EF7A-13FD-EA4C-9561-5F341B654CE9}"/>
              </a:ext>
            </a:extLst>
          </p:cNvPr>
          <p:cNvSpPr txBox="1"/>
          <p:nvPr/>
        </p:nvSpPr>
        <p:spPr>
          <a:xfrm>
            <a:off x="1580334" y="2395901"/>
            <a:ext cx="2603565" cy="8147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4800" b="1" dirty="0">
                <a:solidFill>
                  <a:schemeClr val="accent1"/>
                </a:solidFill>
                <a:latin typeface="Snell Roundhand" panose="02000603080000090004" pitchFamily="2" charset="77"/>
                <a:cs typeface="Charmonman" pitchFamily="2" charset="-34"/>
              </a:rPr>
              <a:t>Company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B82F692-5B51-224D-B7AB-DEB6686BC925}"/>
              </a:ext>
            </a:extLst>
          </p:cNvPr>
          <p:cNvGrpSpPr/>
          <p:nvPr/>
        </p:nvGrpSpPr>
        <p:grpSpPr>
          <a:xfrm>
            <a:off x="3870912" y="911579"/>
            <a:ext cx="4450176" cy="1006652"/>
            <a:chOff x="2529768" y="683684"/>
            <a:chExt cx="4084465" cy="92392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AE69C4F-8FF1-9C4E-8500-32BF84A9CD00}"/>
                </a:ext>
              </a:extLst>
            </p:cNvPr>
            <p:cNvSpPr txBox="1"/>
            <p:nvPr/>
          </p:nvSpPr>
          <p:spPr>
            <a:xfrm>
              <a:off x="2529768" y="717084"/>
              <a:ext cx="4084465" cy="6110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sz="5333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thelas" panose="02000503000000020003" pitchFamily="2" charset="77"/>
                  <a:cs typeface="Charmonman" pitchFamily="2" charset="-34"/>
                </a:rPr>
                <a:t>CERTIFICATE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A2F0E0-617A-7A4F-9FDF-F26CD893E895}"/>
                </a:ext>
              </a:extLst>
            </p:cNvPr>
            <p:cNvSpPr txBox="1"/>
            <p:nvPr/>
          </p:nvSpPr>
          <p:spPr>
            <a:xfrm>
              <a:off x="3688822" y="1372505"/>
              <a:ext cx="1766358" cy="235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sz="1867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thelas" panose="02000503000000020003" pitchFamily="2" charset="77"/>
                  <a:cs typeface="Charmonman" pitchFamily="2" charset="-34"/>
                </a:rPr>
                <a:t>OF COMPLIANCE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0BAB607-2CE6-D645-8A9E-963E1783B023}"/>
                </a:ext>
              </a:extLst>
            </p:cNvPr>
            <p:cNvCxnSpPr>
              <a:cxnSpLocks/>
            </p:cNvCxnSpPr>
            <p:nvPr/>
          </p:nvCxnSpPr>
          <p:spPr>
            <a:xfrm>
              <a:off x="2682518" y="683684"/>
              <a:ext cx="3833998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8DA00D-E3E2-AD4B-9DBA-E2909F4D95E8}"/>
                </a:ext>
              </a:extLst>
            </p:cNvPr>
            <p:cNvCxnSpPr>
              <a:cxnSpLocks/>
            </p:cNvCxnSpPr>
            <p:nvPr/>
          </p:nvCxnSpPr>
          <p:spPr>
            <a:xfrm>
              <a:off x="2682518" y="726017"/>
              <a:ext cx="3833998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AB87CFA-4FAC-314D-9A47-AF841D95ACE4}"/>
                </a:ext>
              </a:extLst>
            </p:cNvPr>
            <p:cNvCxnSpPr>
              <a:cxnSpLocks/>
            </p:cNvCxnSpPr>
            <p:nvPr/>
          </p:nvCxnSpPr>
          <p:spPr>
            <a:xfrm>
              <a:off x="2682518" y="1492250"/>
              <a:ext cx="938398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52BF551-A066-7E42-B441-35D00DFFAEED}"/>
                </a:ext>
              </a:extLst>
            </p:cNvPr>
            <p:cNvCxnSpPr>
              <a:cxnSpLocks/>
            </p:cNvCxnSpPr>
            <p:nvPr/>
          </p:nvCxnSpPr>
          <p:spPr>
            <a:xfrm>
              <a:off x="2682518" y="1534583"/>
              <a:ext cx="938398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7358A20-FE5A-D541-9795-2B05AACF13C4}"/>
                </a:ext>
              </a:extLst>
            </p:cNvPr>
            <p:cNvCxnSpPr>
              <a:cxnSpLocks/>
            </p:cNvCxnSpPr>
            <p:nvPr/>
          </p:nvCxnSpPr>
          <p:spPr>
            <a:xfrm>
              <a:off x="5561185" y="1492250"/>
              <a:ext cx="938398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D81DE72-DE43-054B-8DB2-FDF365F33D8C}"/>
                </a:ext>
              </a:extLst>
            </p:cNvPr>
            <p:cNvCxnSpPr>
              <a:cxnSpLocks/>
            </p:cNvCxnSpPr>
            <p:nvPr/>
          </p:nvCxnSpPr>
          <p:spPr>
            <a:xfrm>
              <a:off x="5561185" y="1534583"/>
              <a:ext cx="938398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F5CC291-B6B7-C14D-AEAD-50D3F529DBD0}"/>
              </a:ext>
            </a:extLst>
          </p:cNvPr>
          <p:cNvSpPr txBox="1"/>
          <p:nvPr/>
        </p:nvSpPr>
        <p:spPr>
          <a:xfrm>
            <a:off x="6268093" y="2743596"/>
            <a:ext cx="4105990" cy="4577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LEVEL IN THE PARAMETERS FOR BEING 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23E1E-987E-584F-B8BD-A434C99D8701}"/>
              </a:ext>
            </a:extLst>
          </p:cNvPr>
          <p:cNvSpPr txBox="1"/>
          <p:nvPr/>
        </p:nvSpPr>
        <p:spPr>
          <a:xfrm>
            <a:off x="2479167" y="5562600"/>
            <a:ext cx="805900" cy="2757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A29F63-FB30-C84A-A709-FD34E1C4EE59}"/>
              </a:ext>
            </a:extLst>
          </p:cNvPr>
          <p:cNvSpPr txBox="1"/>
          <p:nvPr/>
        </p:nvSpPr>
        <p:spPr>
          <a:xfrm>
            <a:off x="8922403" y="5576304"/>
            <a:ext cx="1074700" cy="2757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SIGNATURE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247B750-BEC3-E647-AC09-BDFC127EA7BA}"/>
              </a:ext>
            </a:extLst>
          </p:cNvPr>
          <p:cNvCxnSpPr>
            <a:cxnSpLocks/>
          </p:cNvCxnSpPr>
          <p:nvPr/>
        </p:nvCxnSpPr>
        <p:spPr>
          <a:xfrm>
            <a:off x="1741870" y="5345311"/>
            <a:ext cx="235599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FD317FB-9D33-6441-8F77-69B5AA2A82A4}"/>
              </a:ext>
            </a:extLst>
          </p:cNvPr>
          <p:cNvCxnSpPr>
            <a:cxnSpLocks/>
          </p:cNvCxnSpPr>
          <p:nvPr/>
        </p:nvCxnSpPr>
        <p:spPr>
          <a:xfrm>
            <a:off x="8324006" y="5345311"/>
            <a:ext cx="235599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7">
            <a:extLst>
              <a:ext uri="{FF2B5EF4-FFF2-40B4-BE49-F238E27FC236}">
                <a16:creationId xmlns:a16="http://schemas.microsoft.com/office/drawing/2014/main" id="{F99FC5BA-9950-44FE-8276-B7D399574920}"/>
              </a:ext>
            </a:extLst>
          </p:cNvPr>
          <p:cNvSpPr txBox="1"/>
          <p:nvPr/>
        </p:nvSpPr>
        <p:spPr>
          <a:xfrm>
            <a:off x="4281014" y="3205163"/>
            <a:ext cx="3192299" cy="8147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Snell Roundhand" panose="02000603080000090004" pitchFamily="2" charset="77"/>
                <a:cs typeface="Charmonman" pitchFamily="2" charset="-34"/>
              </a:rPr>
              <a:t>Age Friendly</a:t>
            </a:r>
          </a:p>
        </p:txBody>
      </p:sp>
      <p:sp>
        <p:nvSpPr>
          <p:cNvPr id="34" name="TextBox 7">
            <a:extLst>
              <a:ext uri="{FF2B5EF4-FFF2-40B4-BE49-F238E27FC236}">
                <a16:creationId xmlns:a16="http://schemas.microsoft.com/office/drawing/2014/main" id="{974BEEA9-EC0D-4193-8D1B-1AA2AFA9B7BB}"/>
              </a:ext>
            </a:extLst>
          </p:cNvPr>
          <p:cNvSpPr txBox="1"/>
          <p:nvPr/>
        </p:nvSpPr>
        <p:spPr>
          <a:xfrm>
            <a:off x="5143697" y="2422217"/>
            <a:ext cx="1466934" cy="8147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4800" b="1" dirty="0">
                <a:solidFill>
                  <a:srgbClr val="FFC000"/>
                </a:solidFill>
                <a:latin typeface="Snell Roundhand" panose="02000603080000090004" pitchFamily="2" charset="77"/>
                <a:cs typeface="Charmonman" pitchFamily="2" charset="-34"/>
              </a:rPr>
              <a:t>Gold</a:t>
            </a:r>
          </a:p>
        </p:txBody>
      </p:sp>
      <p:sp>
        <p:nvSpPr>
          <p:cNvPr id="35" name="TextBox 16">
            <a:extLst>
              <a:ext uri="{FF2B5EF4-FFF2-40B4-BE49-F238E27FC236}">
                <a16:creationId xmlns:a16="http://schemas.microsoft.com/office/drawing/2014/main" id="{F4653801-BAC6-4A46-99D0-8AD2C03F4330}"/>
              </a:ext>
            </a:extLst>
          </p:cNvPr>
          <p:cNvSpPr txBox="1"/>
          <p:nvPr/>
        </p:nvSpPr>
        <p:spPr>
          <a:xfrm>
            <a:off x="3722761" y="2733386"/>
            <a:ext cx="1604386" cy="4577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ACHIEVED</a:t>
            </a:r>
          </a:p>
        </p:txBody>
      </p:sp>
      <p:pic>
        <p:nvPicPr>
          <p:cNvPr id="1026" name="Picture 2" descr="Imágenes de Medalla Oro - Descarga gratuita en Freepik">
            <a:extLst>
              <a:ext uri="{FF2B5EF4-FFF2-40B4-BE49-F238E27FC236}">
                <a16:creationId xmlns:a16="http://schemas.microsoft.com/office/drawing/2014/main" id="{D6C13D01-3A0B-495D-BEC6-2DB82F926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184" y="3936601"/>
            <a:ext cx="2395884" cy="251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23">
            <a:extLst>
              <a:ext uri="{FF2B5EF4-FFF2-40B4-BE49-F238E27FC236}">
                <a16:creationId xmlns:a16="http://schemas.microsoft.com/office/drawing/2014/main" id="{DABB52FE-7548-4CFA-BF2F-AA32F060C3A5}"/>
              </a:ext>
            </a:extLst>
          </p:cNvPr>
          <p:cNvSpPr txBox="1"/>
          <p:nvPr/>
        </p:nvSpPr>
        <p:spPr>
          <a:xfrm>
            <a:off x="689152" y="6268745"/>
            <a:ext cx="805900" cy="1785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Validate</a:t>
            </a:r>
          </a:p>
        </p:txBody>
      </p:sp>
      <p:cxnSp>
        <p:nvCxnSpPr>
          <p:cNvPr id="44" name="Straight Connector 25">
            <a:extLst>
              <a:ext uri="{FF2B5EF4-FFF2-40B4-BE49-F238E27FC236}">
                <a16:creationId xmlns:a16="http://schemas.microsoft.com/office/drawing/2014/main" id="{747DF5B2-56F0-4C23-A7A7-BC54583700F7}"/>
              </a:ext>
            </a:extLst>
          </p:cNvPr>
          <p:cNvCxnSpPr>
            <a:cxnSpLocks/>
          </p:cNvCxnSpPr>
          <p:nvPr/>
        </p:nvCxnSpPr>
        <p:spPr>
          <a:xfrm>
            <a:off x="1366764" y="6389857"/>
            <a:ext cx="235599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Imagen 27" descr="Texto&#10;&#10;El contenido generado por IA puede ser incorrecto.">
            <a:extLst>
              <a:ext uri="{FF2B5EF4-FFF2-40B4-BE49-F238E27FC236}">
                <a16:creationId xmlns:a16="http://schemas.microsoft.com/office/drawing/2014/main" id="{E5B90B0B-B0C4-4C38-BCFA-133384DC9A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23" y="-147504"/>
            <a:ext cx="1761281" cy="176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6445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5541</TotalTime>
  <Words>799</Words>
  <Application>Microsoft Office PowerPoint</Application>
  <PresentationFormat>Panorámica</PresentationFormat>
  <Paragraphs>175</Paragraphs>
  <Slides>25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7" baseType="lpstr">
      <vt:lpstr>Arial</vt:lpstr>
      <vt:lpstr>Arial Black</vt:lpstr>
      <vt:lpstr>Athelas</vt:lpstr>
      <vt:lpstr>Calibri</vt:lpstr>
      <vt:lpstr>Calibri Light</vt:lpstr>
      <vt:lpstr>Google Sans Text</vt:lpstr>
      <vt:lpstr>Open Sans Semibold</vt:lpstr>
      <vt:lpstr>Raleway</vt:lpstr>
      <vt:lpstr>Segoe UI</vt:lpstr>
      <vt:lpstr>Segoe UI Black</vt:lpstr>
      <vt:lpstr>Snell Roundhand</vt:lpstr>
      <vt:lpstr>Tema de Office</vt:lpstr>
      <vt:lpstr>El Modelo Silver Standard</vt:lpstr>
      <vt:lpstr>Dimensiones de estudio del Modelo</vt:lpstr>
      <vt:lpstr>1. El mercado ignorado: deconstruyendo la Economía Plateada Global</vt:lpstr>
      <vt:lpstr>1. El mercado ignorado</vt:lpstr>
      <vt:lpstr> </vt:lpstr>
      <vt:lpstr>2. De las ciudades al comercio: adaptando la filosofía amigable con la edad</vt:lpstr>
      <vt:lpstr>2. De las Ciudades al Comercio: Adaptando la Filosofía "Amigable con la Edad" para los Negocios</vt:lpstr>
      <vt:lpstr>3. Pioneros del Mercado Plateado: Un Análisis Global de Mejores Prácticas y Modelos de Certificación</vt:lpstr>
      <vt:lpstr>3. Pioneros del Mercado Plateado: Un Análisis Global de Mejores Prácticas y Modelos de Certificación</vt:lpstr>
      <vt:lpstr>4. Pilares Fundamentales de la Excelencia Comercial</vt:lpstr>
      <vt:lpstr>4. Pilares Fundamentales de la Excelencia Comercial</vt:lpstr>
      <vt:lpstr>5. Marco de Evaluación del Modelo de Madurez amigable</vt:lpstr>
      <vt:lpstr>5. Marco de Evaluación del Modelo de Madurez amigable</vt:lpstr>
      <vt:lpstr>5.1 Visión general y filosofía del modelo</vt:lpstr>
      <vt:lpstr>Presentación de PowerPoint</vt:lpstr>
      <vt:lpstr>5.4 - Puntuación y Niveles de Madurez</vt:lpstr>
      <vt:lpstr>5.4 Puntuación y niveles de Madurez</vt:lpstr>
      <vt:lpstr>6. Cuantificando el ROI de ser “Amigable con la edad”</vt:lpstr>
      <vt:lpstr>Presentación de PowerPoint</vt:lpstr>
      <vt:lpstr>6.1 El alto costo de la inacción</vt:lpstr>
      <vt:lpstr>Presentación de PowerPoint</vt:lpstr>
      <vt:lpstr>6.2 Beneficios tangibles de la Certificación</vt:lpstr>
      <vt:lpstr>Presentación de PowerPoint</vt:lpstr>
      <vt:lpstr>La certificación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Silver Standard</dc:title>
  <dc:creator>Adolfo Quiroga</dc:creator>
  <cp:lastModifiedBy>Adolfo Quiroga</cp:lastModifiedBy>
  <cp:revision>43</cp:revision>
  <dcterms:created xsi:type="dcterms:W3CDTF">2025-08-05T19:08:21Z</dcterms:created>
  <dcterms:modified xsi:type="dcterms:W3CDTF">2025-08-13T11:55:51Z</dcterms:modified>
</cp:coreProperties>
</file>