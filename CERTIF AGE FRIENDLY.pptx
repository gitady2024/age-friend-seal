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0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D1072-D38D-4FAF-85D8-43CEF44539D4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4C24-F345-4954-B43E-6EB0674EFF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795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73052-1C4D-4D99-A058-91D57910836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2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B771E-5A7E-42FA-B220-F0114EC2E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272D98-1EEB-4085-B417-EE1CF3928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A1D65A-F6DE-4BE7-826F-F835AFFE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349087-7C08-434D-BC5B-643F1FE7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F380E-64AF-488A-9C64-E611D3BB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037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7D38-118C-41AC-AC5A-CA21DC91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8B963F-3FCD-4047-91E5-24EF47919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BB8022-AAD6-4BC8-B1AE-F9462203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D27319-D4CD-4C78-8919-EF8DF27A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D0CC8E-B301-454C-928A-3010D57F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411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BBBB6-0799-466E-8DF4-B994DD59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1EBC79-EDEC-4BAA-B769-DA6170E2D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B5289C-4E74-471C-BC05-AD1A00690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F34164-F3C9-412F-9E66-7B4FF58F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C27BEF-FF9E-4BFF-9A67-DB1816BB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214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3D7BD-645C-443E-A112-2E3ABA65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7C87D7-E8C0-4079-80B3-90447F8E4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12A178-DB56-41FC-A35A-727554537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0A978A-2E28-4D0C-8D89-B29B238C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45E7C3-21F5-44F8-835D-BAC6F2AC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AA948C-5356-4C8A-AF17-79E0A596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480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09E52-FE03-463A-BE7C-7B5BD411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5EA37B-7090-41E8-8A0E-387A5FB40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09164B-9A8A-4BCC-AD6F-87295BEBA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80C9BF-BF91-4037-8FF2-CD51B5A40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C0D4EB-DF73-4593-B70C-7634CAC80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07BFBE-89DC-4C7B-9588-03778432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AF8046-0FB2-424E-81FA-C72A1008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5A1C54-35F4-4064-A64F-0701EB5B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286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AC64A-5224-4A7F-8A85-99D3EBA7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A91850-2439-4668-AF80-1A07870E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B222F3-5970-48B2-9787-52ADECF0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EA464D-6A84-4E72-882E-099AA42E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239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13786C-F268-44F5-BCE9-266FEF18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2B4701-71ED-468A-AB48-4815DB59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4BC2ED-7673-4FD0-A0F2-F94E4D13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446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FF138-641F-4A8C-AFC4-8C14B28C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B8B0BD-2E25-4D2A-BBD7-18F85245F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E0B691-B7D5-4C51-A9EE-33E21271A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A8BECA-1DC1-4093-A4C6-65799C69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9662ED-2470-4094-B211-FF53817A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47E3BC-A49F-4FCC-95C2-41774B82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43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CC07E-A58F-4B31-A0E3-5EE1380B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C4EDEF-8658-4C8E-B626-DA5C4B98F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45DF34-E668-4A07-8D6E-5AB267FFE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6238C9-A10E-4344-81E3-E9D33E74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8C9DC3-752F-4C2A-A4B6-85E7DFAA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8D7BF1-D064-4103-A39A-E7CE76C4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427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F5075-8845-42F6-8AEC-4E2CEEC5C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DAE0BA-C582-4A3C-B3C4-D4179C448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E7F2D-FB42-48E7-915A-52717EB8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E0CC1-EEC1-4EB0-92DB-07F4C372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3854C-FAE0-4FB4-8989-55FFA3D9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025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171EDC-45E1-444B-AF96-288EED7CB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4B6168-18F4-4B8E-B510-72836FA4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80724-55A0-435F-B303-D9B7560A3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168582-40F8-4230-AD9A-C48A31C7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CF6E15-2D65-4B0F-8B98-8EE2A953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636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83EA95-7A85-4FFB-9A17-B9073241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DE6CDB-E07D-43C0-A571-D1F139A9C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29B09D-A394-4602-B171-FC59AE331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7EA04-7EF5-47B9-96AB-6ED9BB2A991E}" type="datetimeFigureOut">
              <a:rPr lang="es-AR" smtClean="0"/>
              <a:t>28/8/2025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3D3809-150A-421E-BD1F-DE8FA54CE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599036-0A16-4CAF-8E6B-1C592FC18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70B17-2454-4DC9-B392-EF24501793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210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>
            <a:extLst>
              <a:ext uri="{FF2B5EF4-FFF2-40B4-BE49-F238E27FC236}">
                <a16:creationId xmlns:a16="http://schemas.microsoft.com/office/drawing/2014/main" id="{AD02CB7B-9045-6244-A786-99DC930249CB}"/>
              </a:ext>
            </a:extLst>
          </p:cNvPr>
          <p:cNvSpPr/>
          <p:nvPr/>
        </p:nvSpPr>
        <p:spPr>
          <a:xfrm>
            <a:off x="0" y="2954"/>
            <a:ext cx="12192000" cy="6852977"/>
          </a:xfrm>
          <a:custGeom>
            <a:avLst/>
            <a:gdLst>
              <a:gd name="connsiteX0" fmla="*/ 8577151 w 9144000"/>
              <a:gd name="connsiteY0" fmla="*/ 0 h 5139733"/>
              <a:gd name="connsiteX1" fmla="*/ 566848 w 9144000"/>
              <a:gd name="connsiteY1" fmla="*/ 0 h 5139733"/>
              <a:gd name="connsiteX2" fmla="*/ 0 w 9144000"/>
              <a:gd name="connsiteY2" fmla="*/ 0 h 5139733"/>
              <a:gd name="connsiteX3" fmla="*/ 0 w 9144000"/>
              <a:gd name="connsiteY3" fmla="*/ 112210 h 5139733"/>
              <a:gd name="connsiteX4" fmla="*/ 0 w 9144000"/>
              <a:gd name="connsiteY4" fmla="*/ 224419 h 5139733"/>
              <a:gd name="connsiteX5" fmla="*/ 0 w 9144000"/>
              <a:gd name="connsiteY5" fmla="*/ 567024 h 5139733"/>
              <a:gd name="connsiteX6" fmla="*/ 0 w 9144000"/>
              <a:gd name="connsiteY6" fmla="*/ 4571382 h 5139733"/>
              <a:gd name="connsiteX7" fmla="*/ 0 w 9144000"/>
              <a:gd name="connsiteY7" fmla="*/ 4915979 h 5139733"/>
              <a:gd name="connsiteX8" fmla="*/ 0 w 9144000"/>
              <a:gd name="connsiteY8" fmla="*/ 5137742 h 5139733"/>
              <a:gd name="connsiteX9" fmla="*/ 0 w 9144000"/>
              <a:gd name="connsiteY9" fmla="*/ 5139734 h 5139733"/>
              <a:gd name="connsiteX10" fmla="*/ 223948 w 9144000"/>
              <a:gd name="connsiteY10" fmla="*/ 5139734 h 5139733"/>
              <a:gd name="connsiteX11" fmla="*/ 8920052 w 9144000"/>
              <a:gd name="connsiteY11" fmla="*/ 5139734 h 5139733"/>
              <a:gd name="connsiteX12" fmla="*/ 9144000 w 9144000"/>
              <a:gd name="connsiteY12" fmla="*/ 5139734 h 5139733"/>
              <a:gd name="connsiteX13" fmla="*/ 9144000 w 9144000"/>
              <a:gd name="connsiteY13" fmla="*/ 5137742 h 5139733"/>
              <a:gd name="connsiteX14" fmla="*/ 9144000 w 9144000"/>
              <a:gd name="connsiteY14" fmla="*/ 4915979 h 5139733"/>
              <a:gd name="connsiteX15" fmla="*/ 9144000 w 9144000"/>
              <a:gd name="connsiteY15" fmla="*/ 4571382 h 5139733"/>
              <a:gd name="connsiteX16" fmla="*/ 9144000 w 9144000"/>
              <a:gd name="connsiteY16" fmla="*/ 566360 h 5139733"/>
              <a:gd name="connsiteX17" fmla="*/ 9144000 w 9144000"/>
              <a:gd name="connsiteY17" fmla="*/ 223755 h 5139733"/>
              <a:gd name="connsiteX18" fmla="*/ 9144000 w 9144000"/>
              <a:gd name="connsiteY18" fmla="*/ 112210 h 5139733"/>
              <a:gd name="connsiteX19" fmla="*/ 9144000 w 9144000"/>
              <a:gd name="connsiteY19" fmla="*/ 0 h 5139733"/>
              <a:gd name="connsiteX20" fmla="*/ 8577151 w 9144000"/>
              <a:gd name="connsiteY20" fmla="*/ 0 h 5139733"/>
              <a:gd name="connsiteX21" fmla="*/ 8920052 w 9144000"/>
              <a:gd name="connsiteY21" fmla="*/ 4616532 h 5139733"/>
              <a:gd name="connsiteX22" fmla="*/ 8622340 w 9144000"/>
              <a:gd name="connsiteY22" fmla="*/ 4915315 h 5139733"/>
              <a:gd name="connsiteX23" fmla="*/ 521660 w 9144000"/>
              <a:gd name="connsiteY23" fmla="*/ 4915315 h 5139733"/>
              <a:gd name="connsiteX24" fmla="*/ 223948 w 9144000"/>
              <a:gd name="connsiteY24" fmla="*/ 4616532 h 5139733"/>
              <a:gd name="connsiteX25" fmla="*/ 223948 w 9144000"/>
              <a:gd name="connsiteY25" fmla="*/ 520547 h 5139733"/>
              <a:gd name="connsiteX26" fmla="*/ 520995 w 9144000"/>
              <a:gd name="connsiteY26" fmla="*/ 223755 h 5139733"/>
              <a:gd name="connsiteX27" fmla="*/ 8623004 w 9144000"/>
              <a:gd name="connsiteY27" fmla="*/ 223755 h 5139733"/>
              <a:gd name="connsiteX28" fmla="*/ 8920052 w 9144000"/>
              <a:gd name="connsiteY28" fmla="*/ 520547 h 5139733"/>
              <a:gd name="connsiteX29" fmla="*/ 8920052 w 9144000"/>
              <a:gd name="connsiteY29" fmla="*/ 4616532 h 513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44000" h="5139733">
                <a:moveTo>
                  <a:pt x="8577151" y="0"/>
                </a:moveTo>
                <a:lnTo>
                  <a:pt x="566848" y="0"/>
                </a:lnTo>
                <a:lnTo>
                  <a:pt x="0" y="0"/>
                </a:lnTo>
                <a:lnTo>
                  <a:pt x="0" y="112210"/>
                </a:lnTo>
                <a:lnTo>
                  <a:pt x="0" y="224419"/>
                </a:lnTo>
                <a:lnTo>
                  <a:pt x="0" y="567024"/>
                </a:lnTo>
                <a:lnTo>
                  <a:pt x="0" y="4571382"/>
                </a:lnTo>
                <a:lnTo>
                  <a:pt x="0" y="4915979"/>
                </a:lnTo>
                <a:lnTo>
                  <a:pt x="0" y="5137742"/>
                </a:lnTo>
                <a:lnTo>
                  <a:pt x="0" y="5139734"/>
                </a:lnTo>
                <a:lnTo>
                  <a:pt x="223948" y="5139734"/>
                </a:lnTo>
                <a:lnTo>
                  <a:pt x="8920052" y="5139734"/>
                </a:lnTo>
                <a:lnTo>
                  <a:pt x="9144000" y="5139734"/>
                </a:lnTo>
                <a:lnTo>
                  <a:pt x="9144000" y="5137742"/>
                </a:lnTo>
                <a:lnTo>
                  <a:pt x="9144000" y="4915979"/>
                </a:lnTo>
                <a:lnTo>
                  <a:pt x="9144000" y="4571382"/>
                </a:lnTo>
                <a:lnTo>
                  <a:pt x="9144000" y="566360"/>
                </a:lnTo>
                <a:lnTo>
                  <a:pt x="9144000" y="223755"/>
                </a:lnTo>
                <a:lnTo>
                  <a:pt x="9144000" y="112210"/>
                </a:lnTo>
                <a:lnTo>
                  <a:pt x="9144000" y="0"/>
                </a:lnTo>
                <a:lnTo>
                  <a:pt x="8577151" y="0"/>
                </a:lnTo>
                <a:close/>
                <a:moveTo>
                  <a:pt x="8920052" y="4616532"/>
                </a:moveTo>
                <a:cubicBezTo>
                  <a:pt x="8786480" y="4674296"/>
                  <a:pt x="8679490" y="4781194"/>
                  <a:pt x="8622340" y="4915315"/>
                </a:cubicBezTo>
                <a:lnTo>
                  <a:pt x="521660" y="4915315"/>
                </a:lnTo>
                <a:cubicBezTo>
                  <a:pt x="464510" y="4781194"/>
                  <a:pt x="357520" y="4674296"/>
                  <a:pt x="223948" y="4616532"/>
                </a:cubicBezTo>
                <a:lnTo>
                  <a:pt x="223948" y="520547"/>
                </a:lnTo>
                <a:cubicBezTo>
                  <a:pt x="356855" y="463446"/>
                  <a:pt x="463845" y="356548"/>
                  <a:pt x="520995" y="223755"/>
                </a:cubicBezTo>
                <a:lnTo>
                  <a:pt x="8623004" y="223755"/>
                </a:lnTo>
                <a:cubicBezTo>
                  <a:pt x="8680154" y="356548"/>
                  <a:pt x="8787145" y="463446"/>
                  <a:pt x="8920052" y="520547"/>
                </a:cubicBezTo>
                <a:lnTo>
                  <a:pt x="8920052" y="461653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6645" cap="flat">
            <a:noFill/>
            <a:prstDash val="solid"/>
            <a:miter/>
          </a:ln>
        </p:spPr>
        <p:txBody>
          <a:bodyPr rtlCol="0" anchor="ctr"/>
          <a:lstStyle/>
          <a:p>
            <a:endParaRPr lang="en-BR" sz="240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67035CA-AFCC-1B47-9B33-6A6CC185E68C}"/>
              </a:ext>
            </a:extLst>
          </p:cNvPr>
          <p:cNvSpPr/>
          <p:nvPr/>
        </p:nvSpPr>
        <p:spPr>
          <a:xfrm>
            <a:off x="147825" y="165846"/>
            <a:ext cx="11956311" cy="6523652"/>
          </a:xfrm>
          <a:custGeom>
            <a:avLst/>
            <a:gdLst>
              <a:gd name="connsiteX0" fmla="*/ 8967233 w 8967233"/>
              <a:gd name="connsiteY0" fmla="*/ 4892740 h 4892739"/>
              <a:gd name="connsiteX1" fmla="*/ 0 w 8967233"/>
              <a:gd name="connsiteY1" fmla="*/ 4892740 h 4892739"/>
              <a:gd name="connsiteX2" fmla="*/ 0 w 8967233"/>
              <a:gd name="connsiteY2" fmla="*/ 0 h 4892739"/>
              <a:gd name="connsiteX3" fmla="*/ 8967233 w 8967233"/>
              <a:gd name="connsiteY3" fmla="*/ 0 h 4892739"/>
              <a:gd name="connsiteX4" fmla="*/ 8967233 w 8967233"/>
              <a:gd name="connsiteY4" fmla="*/ 4892740 h 4892739"/>
              <a:gd name="connsiteX5" fmla="*/ 6645 w 8967233"/>
              <a:gd name="connsiteY5" fmla="*/ 4886100 h 4892739"/>
              <a:gd name="connsiteX6" fmla="*/ 8960588 w 8967233"/>
              <a:gd name="connsiteY6" fmla="*/ 4886100 h 4892739"/>
              <a:gd name="connsiteX7" fmla="*/ 8960588 w 8967233"/>
              <a:gd name="connsiteY7" fmla="*/ 6640 h 4892739"/>
              <a:gd name="connsiteX8" fmla="*/ 6645 w 8967233"/>
              <a:gd name="connsiteY8" fmla="*/ 6640 h 4892739"/>
              <a:gd name="connsiteX9" fmla="*/ 6645 w 8967233"/>
              <a:gd name="connsiteY9" fmla="*/ 4886100 h 489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67233" h="4892739">
                <a:moveTo>
                  <a:pt x="8967233" y="4892740"/>
                </a:moveTo>
                <a:lnTo>
                  <a:pt x="0" y="4892740"/>
                </a:lnTo>
                <a:lnTo>
                  <a:pt x="0" y="0"/>
                </a:lnTo>
                <a:lnTo>
                  <a:pt x="8967233" y="0"/>
                </a:lnTo>
                <a:lnTo>
                  <a:pt x="8967233" y="4892740"/>
                </a:lnTo>
                <a:close/>
                <a:moveTo>
                  <a:pt x="6645" y="4886100"/>
                </a:moveTo>
                <a:lnTo>
                  <a:pt x="8960588" y="4886100"/>
                </a:lnTo>
                <a:lnTo>
                  <a:pt x="8960588" y="6640"/>
                </a:lnTo>
                <a:lnTo>
                  <a:pt x="6645" y="6640"/>
                </a:lnTo>
                <a:lnTo>
                  <a:pt x="6645" y="48861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645" cap="flat">
            <a:noFill/>
            <a:prstDash val="solid"/>
            <a:miter/>
          </a:ln>
        </p:spPr>
        <p:txBody>
          <a:bodyPr rtlCol="0" anchor="ctr"/>
          <a:lstStyle/>
          <a:p>
            <a:endParaRPr lang="en-BR" sz="240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4F72689A-CBAD-064B-8B21-9C8984657601}"/>
              </a:ext>
            </a:extLst>
          </p:cNvPr>
          <p:cNvSpPr/>
          <p:nvPr/>
        </p:nvSpPr>
        <p:spPr>
          <a:xfrm>
            <a:off x="193013" y="118926"/>
            <a:ext cx="11865935" cy="6617492"/>
          </a:xfrm>
          <a:custGeom>
            <a:avLst/>
            <a:gdLst>
              <a:gd name="connsiteX0" fmla="*/ 8899451 w 8899451"/>
              <a:gd name="connsiteY0" fmla="*/ 4963120 h 4963119"/>
              <a:gd name="connsiteX1" fmla="*/ 0 w 8899451"/>
              <a:gd name="connsiteY1" fmla="*/ 4963120 h 4963119"/>
              <a:gd name="connsiteX2" fmla="*/ 0 w 8899451"/>
              <a:gd name="connsiteY2" fmla="*/ 0 h 4963119"/>
              <a:gd name="connsiteX3" fmla="*/ 8899451 w 8899451"/>
              <a:gd name="connsiteY3" fmla="*/ 0 h 4963119"/>
              <a:gd name="connsiteX4" fmla="*/ 8899451 w 8899451"/>
              <a:gd name="connsiteY4" fmla="*/ 4963120 h 4963119"/>
              <a:gd name="connsiteX5" fmla="*/ 6645 w 8899451"/>
              <a:gd name="connsiteY5" fmla="*/ 4956480 h 4963119"/>
              <a:gd name="connsiteX6" fmla="*/ 8892806 w 8899451"/>
              <a:gd name="connsiteY6" fmla="*/ 4956480 h 4963119"/>
              <a:gd name="connsiteX7" fmla="*/ 8892806 w 8899451"/>
              <a:gd name="connsiteY7" fmla="*/ 6640 h 4963119"/>
              <a:gd name="connsiteX8" fmla="*/ 6645 w 8899451"/>
              <a:gd name="connsiteY8" fmla="*/ 6640 h 4963119"/>
              <a:gd name="connsiteX9" fmla="*/ 6645 w 8899451"/>
              <a:gd name="connsiteY9" fmla="*/ 4956480 h 496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99451" h="4963119">
                <a:moveTo>
                  <a:pt x="8899451" y="4963120"/>
                </a:moveTo>
                <a:lnTo>
                  <a:pt x="0" y="4963120"/>
                </a:lnTo>
                <a:lnTo>
                  <a:pt x="0" y="0"/>
                </a:lnTo>
                <a:lnTo>
                  <a:pt x="8899451" y="0"/>
                </a:lnTo>
                <a:lnTo>
                  <a:pt x="8899451" y="4963120"/>
                </a:lnTo>
                <a:close/>
                <a:moveTo>
                  <a:pt x="6645" y="4956480"/>
                </a:moveTo>
                <a:lnTo>
                  <a:pt x="8892806" y="4956480"/>
                </a:lnTo>
                <a:lnTo>
                  <a:pt x="8892806" y="6640"/>
                </a:lnTo>
                <a:lnTo>
                  <a:pt x="6645" y="6640"/>
                </a:lnTo>
                <a:lnTo>
                  <a:pt x="6645" y="495648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6645" cap="flat">
            <a:noFill/>
            <a:prstDash val="solid"/>
            <a:miter/>
          </a:ln>
        </p:spPr>
        <p:txBody>
          <a:bodyPr rtlCol="0" anchor="ctr"/>
          <a:lstStyle/>
          <a:p>
            <a:endParaRPr lang="en-BR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6EF7A-13FD-EA4C-9561-5F341B654CE9}"/>
              </a:ext>
            </a:extLst>
          </p:cNvPr>
          <p:cNvSpPr txBox="1"/>
          <p:nvPr/>
        </p:nvSpPr>
        <p:spPr>
          <a:xfrm>
            <a:off x="1580334" y="2395901"/>
            <a:ext cx="2603565" cy="814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Snell Roundhand" panose="02000603080000090004" pitchFamily="2" charset="77"/>
                <a:cs typeface="Charmonman" pitchFamily="2" charset="-34"/>
              </a:rPr>
              <a:t>Company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82F692-5B51-224D-B7AB-DEB6686BC925}"/>
              </a:ext>
            </a:extLst>
          </p:cNvPr>
          <p:cNvGrpSpPr/>
          <p:nvPr/>
        </p:nvGrpSpPr>
        <p:grpSpPr>
          <a:xfrm>
            <a:off x="3870912" y="911579"/>
            <a:ext cx="4450176" cy="1006652"/>
            <a:chOff x="2529768" y="683684"/>
            <a:chExt cx="4084465" cy="92392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E69C4F-8FF1-9C4E-8500-32BF84A9CD00}"/>
                </a:ext>
              </a:extLst>
            </p:cNvPr>
            <p:cNvSpPr txBox="1"/>
            <p:nvPr/>
          </p:nvSpPr>
          <p:spPr>
            <a:xfrm>
              <a:off x="2529768" y="717084"/>
              <a:ext cx="4084465" cy="6110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5333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thelas" panose="02000503000000020003" pitchFamily="2" charset="77"/>
                  <a:cs typeface="Charmonman" pitchFamily="2" charset="-34"/>
                </a:rPr>
                <a:t>CERTIFICATE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A2F0E0-617A-7A4F-9FDF-F26CD893E895}"/>
                </a:ext>
              </a:extLst>
            </p:cNvPr>
            <p:cNvSpPr txBox="1"/>
            <p:nvPr/>
          </p:nvSpPr>
          <p:spPr>
            <a:xfrm>
              <a:off x="3688822" y="1372505"/>
              <a:ext cx="1766358" cy="235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867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thelas" panose="02000503000000020003" pitchFamily="2" charset="77"/>
                  <a:cs typeface="Charmonman" pitchFamily="2" charset="-34"/>
                </a:rPr>
                <a:t>OF COMPLIANCE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0BAB607-2CE6-D645-8A9E-963E1783B023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683684"/>
              <a:ext cx="38339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8DA00D-E3E2-AD4B-9DBA-E2909F4D95E8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726017"/>
              <a:ext cx="38339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AB87CFA-4FAC-314D-9A47-AF841D95ACE4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1492250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BF551-A066-7E42-B441-35D00DFFAEED}"/>
                </a:ext>
              </a:extLst>
            </p:cNvPr>
            <p:cNvCxnSpPr>
              <a:cxnSpLocks/>
            </p:cNvCxnSpPr>
            <p:nvPr/>
          </p:nvCxnSpPr>
          <p:spPr>
            <a:xfrm>
              <a:off x="2682518" y="1534583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7358A20-FE5A-D541-9795-2B05AACF13C4}"/>
                </a:ext>
              </a:extLst>
            </p:cNvPr>
            <p:cNvCxnSpPr>
              <a:cxnSpLocks/>
            </p:cNvCxnSpPr>
            <p:nvPr/>
          </p:nvCxnSpPr>
          <p:spPr>
            <a:xfrm>
              <a:off x="5561185" y="1492250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81DE72-DE43-054B-8DB2-FDF365F33D8C}"/>
                </a:ext>
              </a:extLst>
            </p:cNvPr>
            <p:cNvCxnSpPr>
              <a:cxnSpLocks/>
            </p:cNvCxnSpPr>
            <p:nvPr/>
          </p:nvCxnSpPr>
          <p:spPr>
            <a:xfrm>
              <a:off x="5561185" y="1534583"/>
              <a:ext cx="93839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F5CC291-B6B7-C14D-AEAD-50D3F529DBD0}"/>
              </a:ext>
            </a:extLst>
          </p:cNvPr>
          <p:cNvSpPr txBox="1"/>
          <p:nvPr/>
        </p:nvSpPr>
        <p:spPr>
          <a:xfrm>
            <a:off x="6268093" y="2743596"/>
            <a:ext cx="4105990" cy="4577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LEVEL IN THE PARAMETERS FOR BEING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23E1E-987E-584F-B8BD-A434C99D8701}"/>
              </a:ext>
            </a:extLst>
          </p:cNvPr>
          <p:cNvSpPr txBox="1"/>
          <p:nvPr/>
        </p:nvSpPr>
        <p:spPr>
          <a:xfrm>
            <a:off x="2479167" y="5562600"/>
            <a:ext cx="805900" cy="2757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A29F63-FB30-C84A-A709-FD34E1C4EE59}"/>
              </a:ext>
            </a:extLst>
          </p:cNvPr>
          <p:cNvSpPr txBox="1"/>
          <p:nvPr/>
        </p:nvSpPr>
        <p:spPr>
          <a:xfrm>
            <a:off x="8922403" y="5576304"/>
            <a:ext cx="1074700" cy="2757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SIGNATURE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47B750-BEC3-E647-AC09-BDFC127EA7BA}"/>
              </a:ext>
            </a:extLst>
          </p:cNvPr>
          <p:cNvCxnSpPr>
            <a:cxnSpLocks/>
          </p:cNvCxnSpPr>
          <p:nvPr/>
        </p:nvCxnSpPr>
        <p:spPr>
          <a:xfrm>
            <a:off x="1741870" y="5345311"/>
            <a:ext cx="23559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D317FB-9D33-6441-8F77-69B5AA2A82A4}"/>
              </a:ext>
            </a:extLst>
          </p:cNvPr>
          <p:cNvCxnSpPr>
            <a:cxnSpLocks/>
          </p:cNvCxnSpPr>
          <p:nvPr/>
        </p:nvCxnSpPr>
        <p:spPr>
          <a:xfrm>
            <a:off x="8324006" y="5345311"/>
            <a:ext cx="23559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7">
            <a:extLst>
              <a:ext uri="{FF2B5EF4-FFF2-40B4-BE49-F238E27FC236}">
                <a16:creationId xmlns:a16="http://schemas.microsoft.com/office/drawing/2014/main" id="{F99FC5BA-9950-44FE-8276-B7D399574920}"/>
              </a:ext>
            </a:extLst>
          </p:cNvPr>
          <p:cNvSpPr txBox="1"/>
          <p:nvPr/>
        </p:nvSpPr>
        <p:spPr>
          <a:xfrm>
            <a:off x="4281014" y="3205163"/>
            <a:ext cx="3192299" cy="814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Snell Roundhand" panose="02000603080000090004" pitchFamily="2" charset="77"/>
                <a:cs typeface="Charmonman" pitchFamily="2" charset="-34"/>
              </a:rPr>
              <a:t>Age Friendly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974BEEA9-EC0D-4193-8D1B-1AA2AFA9B7BB}"/>
              </a:ext>
            </a:extLst>
          </p:cNvPr>
          <p:cNvSpPr txBox="1"/>
          <p:nvPr/>
        </p:nvSpPr>
        <p:spPr>
          <a:xfrm>
            <a:off x="5143697" y="2422217"/>
            <a:ext cx="1466934" cy="8147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4800" b="1" dirty="0">
                <a:solidFill>
                  <a:srgbClr val="FFC000"/>
                </a:solidFill>
                <a:latin typeface="Snell Roundhand" panose="02000603080000090004" pitchFamily="2" charset="77"/>
                <a:cs typeface="Charmonman" pitchFamily="2" charset="-34"/>
              </a:rPr>
              <a:t>Gold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F4653801-BAC6-4A46-99D0-8AD2C03F4330}"/>
              </a:ext>
            </a:extLst>
          </p:cNvPr>
          <p:cNvSpPr txBox="1"/>
          <p:nvPr/>
        </p:nvSpPr>
        <p:spPr>
          <a:xfrm>
            <a:off x="3722761" y="2733386"/>
            <a:ext cx="1604386" cy="4577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ACHIEVED</a:t>
            </a:r>
          </a:p>
        </p:txBody>
      </p:sp>
      <p:pic>
        <p:nvPicPr>
          <p:cNvPr id="1026" name="Picture 2" descr="Imágenes de Medalla Oro - Descarga gratuita en Freepik">
            <a:extLst>
              <a:ext uri="{FF2B5EF4-FFF2-40B4-BE49-F238E27FC236}">
                <a16:creationId xmlns:a16="http://schemas.microsoft.com/office/drawing/2014/main" id="{D6C13D01-3A0B-495D-BEC6-2DB82F926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184" y="3936601"/>
            <a:ext cx="2395884" cy="251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23">
            <a:extLst>
              <a:ext uri="{FF2B5EF4-FFF2-40B4-BE49-F238E27FC236}">
                <a16:creationId xmlns:a16="http://schemas.microsoft.com/office/drawing/2014/main" id="{DABB52FE-7548-4CFA-BF2F-AA32F060C3A5}"/>
              </a:ext>
            </a:extLst>
          </p:cNvPr>
          <p:cNvSpPr txBox="1"/>
          <p:nvPr/>
        </p:nvSpPr>
        <p:spPr>
          <a:xfrm>
            <a:off x="689152" y="6268745"/>
            <a:ext cx="805900" cy="1785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Validate</a:t>
            </a:r>
          </a:p>
        </p:txBody>
      </p:sp>
      <p:cxnSp>
        <p:nvCxnSpPr>
          <p:cNvPr id="44" name="Straight Connector 25">
            <a:extLst>
              <a:ext uri="{FF2B5EF4-FFF2-40B4-BE49-F238E27FC236}">
                <a16:creationId xmlns:a16="http://schemas.microsoft.com/office/drawing/2014/main" id="{747DF5B2-56F0-4C23-A7A7-BC54583700F7}"/>
              </a:ext>
            </a:extLst>
          </p:cNvPr>
          <p:cNvCxnSpPr>
            <a:cxnSpLocks/>
          </p:cNvCxnSpPr>
          <p:nvPr/>
        </p:nvCxnSpPr>
        <p:spPr>
          <a:xfrm>
            <a:off x="1366764" y="6389857"/>
            <a:ext cx="23559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n 27" descr="Texto&#10;&#10;El contenido generado por IA puede ser incorrecto.">
            <a:extLst>
              <a:ext uri="{FF2B5EF4-FFF2-40B4-BE49-F238E27FC236}">
                <a16:creationId xmlns:a16="http://schemas.microsoft.com/office/drawing/2014/main" id="{E5B90B0B-B0C4-4C38-BCFA-133384DC9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23" y="-147504"/>
            <a:ext cx="1761281" cy="176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445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5544</TotalTime>
  <Words>19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Athelas</vt:lpstr>
      <vt:lpstr>Calibri</vt:lpstr>
      <vt:lpstr>Calibri Light</vt:lpstr>
      <vt:lpstr>Segoe UI</vt:lpstr>
      <vt:lpstr>Snell Roundhand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Silver Standard</dc:title>
  <dc:creator>Adolfo Quiroga</dc:creator>
  <cp:lastModifiedBy>Adolfo Quiroga</cp:lastModifiedBy>
  <cp:revision>44</cp:revision>
  <dcterms:created xsi:type="dcterms:W3CDTF">2025-08-05T19:08:21Z</dcterms:created>
  <dcterms:modified xsi:type="dcterms:W3CDTF">2025-08-28T20:31:10Z</dcterms:modified>
</cp:coreProperties>
</file>